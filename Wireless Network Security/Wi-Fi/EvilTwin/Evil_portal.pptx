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sldIdLst>
    <p:sldId id="257" r:id="rId5"/>
    <p:sldId id="298" r:id="rId6"/>
    <p:sldId id="296" r:id="rId7"/>
    <p:sldId id="265" r:id="rId8"/>
    <p:sldId id="302" r:id="rId9"/>
    <p:sldId id="299" r:id="rId10"/>
    <p:sldId id="303" r:id="rId11"/>
    <p:sldId id="300" r:id="rId12"/>
    <p:sldId id="304" r:id="rId13"/>
    <p:sldId id="301" r:id="rId14"/>
    <p:sldId id="305" r:id="rId15"/>
    <p:sldId id="284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wner" initials="O" lastIdx="4" clrIdx="0">
    <p:extLst>
      <p:ext uri="{19B8F6BF-5375-455C-9EA6-DF929625EA0E}">
        <p15:presenceInfo xmlns:p15="http://schemas.microsoft.com/office/powerpoint/2012/main" userId="Own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023"/>
    <a:srgbClr val="EB6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BF980-9114-42FA-99C5-C172EB12E3C9}" v="109" dt="2024-06-10T16:30:29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43" autoAdjust="0"/>
    <p:restoredTop sz="96357" autoAdjust="0"/>
  </p:normalViewPr>
  <p:slideViewPr>
    <p:cSldViewPr snapToGrid="0">
      <p:cViewPr varScale="1">
        <p:scale>
          <a:sx n="99" d="100"/>
          <a:sy n="99" d="100"/>
        </p:scale>
        <p:origin x="176" y="648"/>
      </p:cViewPr>
      <p:guideLst/>
    </p:cSldViewPr>
  </p:slideViewPr>
  <p:outlineViewPr>
    <p:cViewPr>
      <p:scale>
        <a:sx n="33" d="100"/>
        <a:sy n="33" d="100"/>
      </p:scale>
      <p:origin x="0" y="-4454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ric Becker" userId="6a55345f-32ca-40d2-b085-1989c62c3a9f" providerId="ADAL" clId="{5BBBF980-9114-42FA-99C5-C172EB12E3C9}"/>
    <pc:docChg chg="undo redo custSel addSld delSld modSld sldOrd">
      <pc:chgData name="Alaric Becker" userId="6a55345f-32ca-40d2-b085-1989c62c3a9f" providerId="ADAL" clId="{5BBBF980-9114-42FA-99C5-C172EB12E3C9}" dt="2024-06-10T16:31:37.521" v="586" actId="2711"/>
      <pc:docMkLst>
        <pc:docMk/>
      </pc:docMkLst>
      <pc:sldChg chg="del">
        <pc:chgData name="Alaric Becker" userId="6a55345f-32ca-40d2-b085-1989c62c3a9f" providerId="ADAL" clId="{5BBBF980-9114-42FA-99C5-C172EB12E3C9}" dt="2024-06-03T16:39:35.866" v="71" actId="47"/>
        <pc:sldMkLst>
          <pc:docMk/>
          <pc:sldMk cId="2435655095" sldId="258"/>
        </pc:sldMkLst>
      </pc:sldChg>
      <pc:sldChg chg="modSp mod">
        <pc:chgData name="Alaric Becker" userId="6a55345f-32ca-40d2-b085-1989c62c3a9f" providerId="ADAL" clId="{5BBBF980-9114-42FA-99C5-C172EB12E3C9}" dt="2024-06-10T15:58:07.535" v="118" actId="20577"/>
        <pc:sldMkLst>
          <pc:docMk/>
          <pc:sldMk cId="3032854441" sldId="265"/>
        </pc:sldMkLst>
        <pc:spChg chg="mod">
          <ac:chgData name="Alaric Becker" userId="6a55345f-32ca-40d2-b085-1989c62c3a9f" providerId="ADAL" clId="{5BBBF980-9114-42FA-99C5-C172EB12E3C9}" dt="2024-06-10T15:58:07.535" v="118" actId="20577"/>
          <ac:spMkLst>
            <pc:docMk/>
            <pc:sldMk cId="3032854441" sldId="265"/>
            <ac:spMk id="2" creationId="{726333C0-51F1-41C5-BA4B-E5EC881B1AB5}"/>
          </ac:spMkLst>
        </pc:spChg>
      </pc:sldChg>
      <pc:sldChg chg="del">
        <pc:chgData name="Alaric Becker" userId="6a55345f-32ca-40d2-b085-1989c62c3a9f" providerId="ADAL" clId="{5BBBF980-9114-42FA-99C5-C172EB12E3C9}" dt="2024-06-03T16:39:50.459" v="82" actId="47"/>
        <pc:sldMkLst>
          <pc:docMk/>
          <pc:sldMk cId="2678183652" sldId="291"/>
        </pc:sldMkLst>
      </pc:sldChg>
      <pc:sldChg chg="del">
        <pc:chgData name="Alaric Becker" userId="6a55345f-32ca-40d2-b085-1989c62c3a9f" providerId="ADAL" clId="{5BBBF980-9114-42FA-99C5-C172EB12E3C9}" dt="2024-06-03T16:39:38.711" v="76" actId="47"/>
        <pc:sldMkLst>
          <pc:docMk/>
          <pc:sldMk cId="2912886255" sldId="292"/>
        </pc:sldMkLst>
      </pc:sldChg>
      <pc:sldChg chg="del">
        <pc:chgData name="Alaric Becker" userId="6a55345f-32ca-40d2-b085-1989c62c3a9f" providerId="ADAL" clId="{5BBBF980-9114-42FA-99C5-C172EB12E3C9}" dt="2024-06-03T16:39:39.445" v="77" actId="47"/>
        <pc:sldMkLst>
          <pc:docMk/>
          <pc:sldMk cId="927371690" sldId="293"/>
        </pc:sldMkLst>
      </pc:sldChg>
      <pc:sldChg chg="del">
        <pc:chgData name="Alaric Becker" userId="6a55345f-32ca-40d2-b085-1989c62c3a9f" providerId="ADAL" clId="{5BBBF980-9114-42FA-99C5-C172EB12E3C9}" dt="2024-06-03T16:39:40.820" v="79" actId="47"/>
        <pc:sldMkLst>
          <pc:docMk/>
          <pc:sldMk cId="3172564090" sldId="294"/>
        </pc:sldMkLst>
      </pc:sldChg>
      <pc:sldChg chg="del">
        <pc:chgData name="Alaric Becker" userId="6a55345f-32ca-40d2-b085-1989c62c3a9f" providerId="ADAL" clId="{5BBBF980-9114-42FA-99C5-C172EB12E3C9}" dt="2024-06-03T16:39:40.083" v="78" actId="47"/>
        <pc:sldMkLst>
          <pc:docMk/>
          <pc:sldMk cId="1077680208" sldId="295"/>
        </pc:sldMkLst>
      </pc:sldChg>
      <pc:sldChg chg="addSp delSp modSp mod ord">
        <pc:chgData name="Alaric Becker" userId="6a55345f-32ca-40d2-b085-1989c62c3a9f" providerId="ADAL" clId="{5BBBF980-9114-42FA-99C5-C172EB12E3C9}" dt="2024-06-10T16:31:37.521" v="586" actId="2711"/>
        <pc:sldMkLst>
          <pc:docMk/>
          <pc:sldMk cId="2644733072" sldId="296"/>
        </pc:sldMkLst>
        <pc:spChg chg="mod">
          <ac:chgData name="Alaric Becker" userId="6a55345f-32ca-40d2-b085-1989c62c3a9f" providerId="ADAL" clId="{5BBBF980-9114-42FA-99C5-C172EB12E3C9}" dt="2024-06-10T15:57:28.271" v="112" actId="20577"/>
          <ac:spMkLst>
            <pc:docMk/>
            <pc:sldMk cId="2644733072" sldId="296"/>
            <ac:spMk id="2" creationId="{B490224F-FBFC-4A79-87B9-A536E6FE826C}"/>
          </ac:spMkLst>
        </pc:spChg>
        <pc:spChg chg="add mod">
          <ac:chgData name="Alaric Becker" userId="6a55345f-32ca-40d2-b085-1989c62c3a9f" providerId="ADAL" clId="{5BBBF980-9114-42FA-99C5-C172EB12E3C9}" dt="2024-06-03T16:37:39.057" v="54" actId="20577"/>
          <ac:spMkLst>
            <pc:docMk/>
            <pc:sldMk cId="2644733072" sldId="296"/>
            <ac:spMk id="3" creationId="{20B74979-CAA1-8FA9-888B-E13C549BFF60}"/>
          </ac:spMkLst>
        </pc:spChg>
        <pc:spChg chg="add del mod">
          <ac:chgData name="Alaric Becker" userId="6a55345f-32ca-40d2-b085-1989c62c3a9f" providerId="ADAL" clId="{5BBBF980-9114-42FA-99C5-C172EB12E3C9}" dt="2024-06-10T16:30:34.568" v="575"/>
          <ac:spMkLst>
            <pc:docMk/>
            <pc:sldMk cId="2644733072" sldId="296"/>
            <ac:spMk id="5" creationId="{AE5142E4-17A8-1128-5A63-F198656F392A}"/>
          </ac:spMkLst>
        </pc:spChg>
        <pc:spChg chg="add mod">
          <ac:chgData name="Alaric Becker" userId="6a55345f-32ca-40d2-b085-1989c62c3a9f" providerId="ADAL" clId="{5BBBF980-9114-42FA-99C5-C172EB12E3C9}" dt="2024-06-10T16:31:37.521" v="586" actId="2711"/>
          <ac:spMkLst>
            <pc:docMk/>
            <pc:sldMk cId="2644733072" sldId="296"/>
            <ac:spMk id="8" creationId="{CEE4D4B4-2D29-035B-BA77-6486EFFF7799}"/>
          </ac:spMkLst>
        </pc:spChg>
        <pc:spChg chg="mod">
          <ac:chgData name="Alaric Becker" userId="6a55345f-32ca-40d2-b085-1989c62c3a9f" providerId="ADAL" clId="{5BBBF980-9114-42FA-99C5-C172EB12E3C9}" dt="2024-06-03T16:34:56.135" v="3" actId="20577"/>
          <ac:spMkLst>
            <pc:docMk/>
            <pc:sldMk cId="2644733072" sldId="296"/>
            <ac:spMk id="11" creationId="{93E24BE1-E3D1-427B-8F42-6974F92684A4}"/>
          </ac:spMkLst>
        </pc:spChg>
        <pc:picChg chg="del">
          <ac:chgData name="Alaric Becker" userId="6a55345f-32ca-40d2-b085-1989c62c3a9f" providerId="ADAL" clId="{5BBBF980-9114-42FA-99C5-C172EB12E3C9}" dt="2024-06-03T16:35:02.703" v="4" actId="478"/>
          <ac:picMkLst>
            <pc:docMk/>
            <pc:sldMk cId="2644733072" sldId="296"/>
            <ac:picMk id="15" creationId="{83617294-6CC5-BFFE-B5BE-EE1C067C1E17}"/>
          </ac:picMkLst>
        </pc:picChg>
        <pc:picChg chg="del">
          <ac:chgData name="Alaric Becker" userId="6a55345f-32ca-40d2-b085-1989c62c3a9f" providerId="ADAL" clId="{5BBBF980-9114-42FA-99C5-C172EB12E3C9}" dt="2024-06-03T16:35:07.046" v="5" actId="478"/>
          <ac:picMkLst>
            <pc:docMk/>
            <pc:sldMk cId="2644733072" sldId="296"/>
            <ac:picMk id="17" creationId="{7576BE31-C5A7-F033-F95F-EA740E3D6F30}"/>
          </ac:picMkLst>
        </pc:picChg>
        <pc:picChg chg="add">
          <ac:chgData name="Alaric Becker" userId="6a55345f-32ca-40d2-b085-1989c62c3a9f" providerId="ADAL" clId="{5BBBF980-9114-42FA-99C5-C172EB12E3C9}" dt="2024-06-03T16:38:22.790" v="55"/>
          <ac:picMkLst>
            <pc:docMk/>
            <pc:sldMk cId="2644733072" sldId="296"/>
            <ac:picMk id="1026" creationId="{DE2B79AB-F04B-2D52-2E39-EE232D21009B}"/>
          </ac:picMkLst>
        </pc:picChg>
      </pc:sldChg>
      <pc:sldChg chg="del">
        <pc:chgData name="Alaric Becker" userId="6a55345f-32ca-40d2-b085-1989c62c3a9f" providerId="ADAL" clId="{5BBBF980-9114-42FA-99C5-C172EB12E3C9}" dt="2024-06-03T16:39:37.906" v="75" actId="47"/>
        <pc:sldMkLst>
          <pc:docMk/>
          <pc:sldMk cId="794586295" sldId="297"/>
        </pc:sldMkLst>
      </pc:sldChg>
      <pc:sldChg chg="addSp delSp modSp add mod ord">
        <pc:chgData name="Alaric Becker" userId="6a55345f-32ca-40d2-b085-1989c62c3a9f" providerId="ADAL" clId="{5BBBF980-9114-42FA-99C5-C172EB12E3C9}" dt="2024-06-10T16:02:56.208" v="248" actId="1076"/>
        <pc:sldMkLst>
          <pc:docMk/>
          <pc:sldMk cId="3948096695" sldId="297"/>
        </pc:sldMkLst>
        <pc:spChg chg="mod">
          <ac:chgData name="Alaric Becker" userId="6a55345f-32ca-40d2-b085-1989c62c3a9f" providerId="ADAL" clId="{5BBBF980-9114-42FA-99C5-C172EB12E3C9}" dt="2024-06-10T15:57:54.161" v="115"/>
          <ac:spMkLst>
            <pc:docMk/>
            <pc:sldMk cId="3948096695" sldId="297"/>
            <ac:spMk id="2" creationId="{B490224F-FBFC-4A79-87B9-A536E6FE826C}"/>
          </ac:spMkLst>
        </pc:spChg>
        <pc:spChg chg="add del">
          <ac:chgData name="Alaric Becker" userId="6a55345f-32ca-40d2-b085-1989c62c3a9f" providerId="ADAL" clId="{5BBBF980-9114-42FA-99C5-C172EB12E3C9}" dt="2024-06-10T16:02:28.826" v="241" actId="22"/>
          <ac:spMkLst>
            <pc:docMk/>
            <pc:sldMk cId="3948096695" sldId="297"/>
            <ac:spMk id="7" creationId="{F48E52A5-7022-0DE8-44F1-4D81CF375344}"/>
          </ac:spMkLst>
        </pc:spChg>
        <pc:spChg chg="add mod">
          <ac:chgData name="Alaric Becker" userId="6a55345f-32ca-40d2-b085-1989c62c3a9f" providerId="ADAL" clId="{5BBBF980-9114-42FA-99C5-C172EB12E3C9}" dt="2024-06-10T16:02:39.832" v="244" actId="1076"/>
          <ac:spMkLst>
            <pc:docMk/>
            <pc:sldMk cId="3948096695" sldId="297"/>
            <ac:spMk id="9" creationId="{CB2CE093-B3CF-6225-EDE8-2014901611E4}"/>
          </ac:spMkLst>
        </pc:spChg>
        <pc:picChg chg="add mod">
          <ac:chgData name="Alaric Becker" userId="6a55345f-32ca-40d2-b085-1989c62c3a9f" providerId="ADAL" clId="{5BBBF980-9114-42FA-99C5-C172EB12E3C9}" dt="2024-06-10T16:02:56.208" v="248" actId="1076"/>
          <ac:picMkLst>
            <pc:docMk/>
            <pc:sldMk cId="3948096695" sldId="297"/>
            <ac:picMk id="1026" creationId="{7CE84474-6B9D-0631-8C39-3002F9EE39FC}"/>
          </ac:picMkLst>
        </pc:picChg>
        <pc:picChg chg="del">
          <ac:chgData name="Alaric Becker" userId="6a55345f-32ca-40d2-b085-1989c62c3a9f" providerId="ADAL" clId="{5BBBF980-9114-42FA-99C5-C172EB12E3C9}" dt="2024-06-03T16:40:14.650" v="84" actId="478"/>
          <ac:picMkLst>
            <pc:docMk/>
            <pc:sldMk cId="3948096695" sldId="297"/>
            <ac:picMk id="1026" creationId="{DE2B79AB-F04B-2D52-2E39-EE232D21009B}"/>
          </ac:picMkLst>
        </pc:picChg>
      </pc:sldChg>
      <pc:sldChg chg="addSp delSp modSp add mod">
        <pc:chgData name="Alaric Becker" userId="6a55345f-32ca-40d2-b085-1989c62c3a9f" providerId="ADAL" clId="{5BBBF980-9114-42FA-99C5-C172EB12E3C9}" dt="2024-06-10T15:56:42.122" v="104" actId="1076"/>
        <pc:sldMkLst>
          <pc:docMk/>
          <pc:sldMk cId="1197585761" sldId="298"/>
        </pc:sldMkLst>
        <pc:spChg chg="mod">
          <ac:chgData name="Alaric Becker" userId="6a55345f-32ca-40d2-b085-1989c62c3a9f" providerId="ADAL" clId="{5BBBF980-9114-42FA-99C5-C172EB12E3C9}" dt="2024-06-10T15:56:19.049" v="100"/>
          <ac:spMkLst>
            <pc:docMk/>
            <pc:sldMk cId="1197585761" sldId="298"/>
            <ac:spMk id="2" creationId="{B490224F-FBFC-4A79-87B9-A536E6FE826C}"/>
          </ac:spMkLst>
        </pc:spChg>
        <pc:spChg chg="add mod">
          <ac:chgData name="Alaric Becker" userId="6a55345f-32ca-40d2-b085-1989c62c3a9f" providerId="ADAL" clId="{5BBBF980-9114-42FA-99C5-C172EB12E3C9}" dt="2024-06-10T15:56:42.122" v="104" actId="1076"/>
          <ac:spMkLst>
            <pc:docMk/>
            <pc:sldMk cId="1197585761" sldId="298"/>
            <ac:spMk id="7" creationId="{DF2EBC75-33DB-A087-33E3-B81F01AEE038}"/>
          </ac:spMkLst>
        </pc:spChg>
        <pc:picChg chg="del">
          <ac:chgData name="Alaric Becker" userId="6a55345f-32ca-40d2-b085-1989c62c3a9f" providerId="ADAL" clId="{5BBBF980-9114-42FA-99C5-C172EB12E3C9}" dt="2024-06-10T15:56:01.682" v="86" actId="478"/>
          <ac:picMkLst>
            <pc:docMk/>
            <pc:sldMk cId="1197585761" sldId="298"/>
            <ac:picMk id="1026" creationId="{DE2B79AB-F04B-2D52-2E39-EE232D21009B}"/>
          </ac:picMkLst>
        </pc:picChg>
      </pc:sldChg>
      <pc:sldChg chg="del">
        <pc:chgData name="Alaric Becker" userId="6a55345f-32ca-40d2-b085-1989c62c3a9f" providerId="ADAL" clId="{5BBBF980-9114-42FA-99C5-C172EB12E3C9}" dt="2024-06-03T16:39:36.043" v="72" actId="47"/>
        <pc:sldMkLst>
          <pc:docMk/>
          <pc:sldMk cId="3990833771" sldId="298"/>
        </pc:sldMkLst>
      </pc:sldChg>
      <pc:sldChg chg="modSp add mod">
        <pc:chgData name="Alaric Becker" userId="6a55345f-32ca-40d2-b085-1989c62c3a9f" providerId="ADAL" clId="{5BBBF980-9114-42FA-99C5-C172EB12E3C9}" dt="2024-06-10T16:00:10.879" v="177" actId="20577"/>
        <pc:sldMkLst>
          <pc:docMk/>
          <pc:sldMk cId="824355111" sldId="299"/>
        </pc:sldMkLst>
        <pc:spChg chg="mod">
          <ac:chgData name="Alaric Becker" userId="6a55345f-32ca-40d2-b085-1989c62c3a9f" providerId="ADAL" clId="{5BBBF980-9114-42FA-99C5-C172EB12E3C9}" dt="2024-06-10T16:00:10.879" v="177" actId="20577"/>
          <ac:spMkLst>
            <pc:docMk/>
            <pc:sldMk cId="824355111" sldId="299"/>
            <ac:spMk id="2" creationId="{726333C0-51F1-41C5-BA4B-E5EC881B1AB5}"/>
          </ac:spMkLst>
        </pc:spChg>
      </pc:sldChg>
      <pc:sldChg chg="add del">
        <pc:chgData name="Alaric Becker" userId="6a55345f-32ca-40d2-b085-1989c62c3a9f" providerId="ADAL" clId="{5BBBF980-9114-42FA-99C5-C172EB12E3C9}" dt="2024-06-10T15:58:30.175" v="120" actId="47"/>
        <pc:sldMkLst>
          <pc:docMk/>
          <pc:sldMk cId="1098289193" sldId="299"/>
        </pc:sldMkLst>
      </pc:sldChg>
      <pc:sldChg chg="del">
        <pc:chgData name="Alaric Becker" userId="6a55345f-32ca-40d2-b085-1989c62c3a9f" providerId="ADAL" clId="{5BBBF980-9114-42FA-99C5-C172EB12E3C9}" dt="2024-06-03T16:39:36.209" v="73" actId="47"/>
        <pc:sldMkLst>
          <pc:docMk/>
          <pc:sldMk cId="2525207977" sldId="299"/>
        </pc:sldMkLst>
      </pc:sldChg>
      <pc:sldChg chg="del">
        <pc:chgData name="Alaric Becker" userId="6a55345f-32ca-40d2-b085-1989c62c3a9f" providerId="ADAL" clId="{5BBBF980-9114-42FA-99C5-C172EB12E3C9}" dt="2024-06-03T16:39:37.154" v="74" actId="47"/>
        <pc:sldMkLst>
          <pc:docMk/>
          <pc:sldMk cId="1105625041" sldId="300"/>
        </pc:sldMkLst>
      </pc:sldChg>
      <pc:sldChg chg="modSp add mod">
        <pc:chgData name="Alaric Becker" userId="6a55345f-32ca-40d2-b085-1989c62c3a9f" providerId="ADAL" clId="{5BBBF980-9114-42FA-99C5-C172EB12E3C9}" dt="2024-06-10T16:00:07.263" v="176" actId="20577"/>
        <pc:sldMkLst>
          <pc:docMk/>
          <pc:sldMk cId="1401575532" sldId="300"/>
        </pc:sldMkLst>
        <pc:spChg chg="mod">
          <ac:chgData name="Alaric Becker" userId="6a55345f-32ca-40d2-b085-1989c62c3a9f" providerId="ADAL" clId="{5BBBF980-9114-42FA-99C5-C172EB12E3C9}" dt="2024-06-10T16:00:07.263" v="176" actId="20577"/>
          <ac:spMkLst>
            <pc:docMk/>
            <pc:sldMk cId="1401575532" sldId="300"/>
            <ac:spMk id="2" creationId="{726333C0-51F1-41C5-BA4B-E5EC881B1AB5}"/>
          </ac:spMkLst>
        </pc:spChg>
      </pc:sldChg>
      <pc:sldChg chg="modSp add mod">
        <pc:chgData name="Alaric Becker" userId="6a55345f-32ca-40d2-b085-1989c62c3a9f" providerId="ADAL" clId="{5BBBF980-9114-42FA-99C5-C172EB12E3C9}" dt="2024-06-10T16:01:08.302" v="237" actId="20577"/>
        <pc:sldMkLst>
          <pc:docMk/>
          <pc:sldMk cId="2037256544" sldId="301"/>
        </pc:sldMkLst>
        <pc:spChg chg="mod">
          <ac:chgData name="Alaric Becker" userId="6a55345f-32ca-40d2-b085-1989c62c3a9f" providerId="ADAL" clId="{5BBBF980-9114-42FA-99C5-C172EB12E3C9}" dt="2024-06-10T16:01:08.302" v="237" actId="20577"/>
          <ac:spMkLst>
            <pc:docMk/>
            <pc:sldMk cId="2037256544" sldId="301"/>
            <ac:spMk id="2" creationId="{726333C0-51F1-41C5-BA4B-E5EC881B1AB5}"/>
          </ac:spMkLst>
        </pc:spChg>
      </pc:sldChg>
      <pc:sldChg chg="del">
        <pc:chgData name="Alaric Becker" userId="6a55345f-32ca-40d2-b085-1989c62c3a9f" providerId="ADAL" clId="{5BBBF980-9114-42FA-99C5-C172EB12E3C9}" dt="2024-06-03T16:39:42.221" v="80" actId="47"/>
        <pc:sldMkLst>
          <pc:docMk/>
          <pc:sldMk cId="2913383006" sldId="301"/>
        </pc:sldMkLst>
      </pc:sldChg>
      <pc:sldChg chg="addSp delSp modSp add mod ord">
        <pc:chgData name="Alaric Becker" userId="6a55345f-32ca-40d2-b085-1989c62c3a9f" providerId="ADAL" clId="{5BBBF980-9114-42FA-99C5-C172EB12E3C9}" dt="2024-06-10T16:06:52.763" v="280" actId="1076"/>
        <pc:sldMkLst>
          <pc:docMk/>
          <pc:sldMk cId="2445320416" sldId="302"/>
        </pc:sldMkLst>
        <pc:spChg chg="mod">
          <ac:chgData name="Alaric Becker" userId="6a55345f-32ca-40d2-b085-1989c62c3a9f" providerId="ADAL" clId="{5BBBF980-9114-42FA-99C5-C172EB12E3C9}" dt="2024-06-10T16:03:26.744" v="255" actId="20577"/>
          <ac:spMkLst>
            <pc:docMk/>
            <pc:sldMk cId="2445320416" sldId="302"/>
            <ac:spMk id="2" creationId="{B490224F-FBFC-4A79-87B9-A536E6FE826C}"/>
          </ac:spMkLst>
        </pc:spChg>
        <pc:spChg chg="add del">
          <ac:chgData name="Alaric Becker" userId="6a55345f-32ca-40d2-b085-1989c62c3a9f" providerId="ADAL" clId="{5BBBF980-9114-42FA-99C5-C172EB12E3C9}" dt="2024-06-10T16:03:49.411" v="259" actId="22"/>
          <ac:spMkLst>
            <pc:docMk/>
            <pc:sldMk cId="2445320416" sldId="302"/>
            <ac:spMk id="7" creationId="{A52F5600-7B8D-F3B2-4D46-301CED60BADA}"/>
          </ac:spMkLst>
        </pc:spChg>
        <pc:spChg chg="del">
          <ac:chgData name="Alaric Becker" userId="6a55345f-32ca-40d2-b085-1989c62c3a9f" providerId="ADAL" clId="{5BBBF980-9114-42FA-99C5-C172EB12E3C9}" dt="2024-06-10T16:03:32.288" v="256" actId="478"/>
          <ac:spMkLst>
            <pc:docMk/>
            <pc:sldMk cId="2445320416" sldId="302"/>
            <ac:spMk id="9" creationId="{CB2CE093-B3CF-6225-EDE8-2014901611E4}"/>
          </ac:spMkLst>
        </pc:spChg>
        <pc:spChg chg="add mod">
          <ac:chgData name="Alaric Becker" userId="6a55345f-32ca-40d2-b085-1989c62c3a9f" providerId="ADAL" clId="{5BBBF980-9114-42FA-99C5-C172EB12E3C9}" dt="2024-06-10T16:04:56.071" v="279" actId="1076"/>
          <ac:spMkLst>
            <pc:docMk/>
            <pc:sldMk cId="2445320416" sldId="302"/>
            <ac:spMk id="10" creationId="{B4D9F52B-8540-7892-0468-F4D89F254108}"/>
          </ac:spMkLst>
        </pc:spChg>
        <pc:picChg chg="del">
          <ac:chgData name="Alaric Becker" userId="6a55345f-32ca-40d2-b085-1989c62c3a9f" providerId="ADAL" clId="{5BBBF980-9114-42FA-99C5-C172EB12E3C9}" dt="2024-06-10T16:03:33.239" v="257" actId="478"/>
          <ac:picMkLst>
            <pc:docMk/>
            <pc:sldMk cId="2445320416" sldId="302"/>
            <ac:picMk id="1026" creationId="{7CE84474-6B9D-0631-8C39-3002F9EE39FC}"/>
          </ac:picMkLst>
        </pc:picChg>
        <pc:picChg chg="add mod">
          <ac:chgData name="Alaric Becker" userId="6a55345f-32ca-40d2-b085-1989c62c3a9f" providerId="ADAL" clId="{5BBBF980-9114-42FA-99C5-C172EB12E3C9}" dt="2024-06-10T16:04:27.233" v="272" actId="14100"/>
          <ac:picMkLst>
            <pc:docMk/>
            <pc:sldMk cId="2445320416" sldId="302"/>
            <ac:picMk id="2050" creationId="{9DA66809-4C88-B4A8-BEA6-7F41403C4D88}"/>
          </ac:picMkLst>
        </pc:picChg>
        <pc:picChg chg="add mod">
          <ac:chgData name="Alaric Becker" userId="6a55345f-32ca-40d2-b085-1989c62c3a9f" providerId="ADAL" clId="{5BBBF980-9114-42FA-99C5-C172EB12E3C9}" dt="2024-06-10T16:06:52.763" v="280" actId="1076"/>
          <ac:picMkLst>
            <pc:docMk/>
            <pc:sldMk cId="2445320416" sldId="302"/>
            <ac:picMk id="2052" creationId="{DCAA0801-B643-9246-40C5-CAA664940DF5}"/>
          </ac:picMkLst>
        </pc:picChg>
      </pc:sldChg>
      <pc:sldChg chg="del">
        <pc:chgData name="Alaric Becker" userId="6a55345f-32ca-40d2-b085-1989c62c3a9f" providerId="ADAL" clId="{5BBBF980-9114-42FA-99C5-C172EB12E3C9}" dt="2024-06-03T16:39:42.913" v="81" actId="47"/>
        <pc:sldMkLst>
          <pc:docMk/>
          <pc:sldMk cId="3293889722" sldId="302"/>
        </pc:sldMkLst>
      </pc:sldChg>
      <pc:sldChg chg="addSp delSp modSp add mod">
        <pc:chgData name="Alaric Becker" userId="6a55345f-32ca-40d2-b085-1989c62c3a9f" providerId="ADAL" clId="{5BBBF980-9114-42FA-99C5-C172EB12E3C9}" dt="2024-06-10T16:08:20.094" v="306" actId="1076"/>
        <pc:sldMkLst>
          <pc:docMk/>
          <pc:sldMk cId="969858184" sldId="303"/>
        </pc:sldMkLst>
        <pc:spChg chg="add del">
          <ac:chgData name="Alaric Becker" userId="6a55345f-32ca-40d2-b085-1989c62c3a9f" providerId="ADAL" clId="{5BBBF980-9114-42FA-99C5-C172EB12E3C9}" dt="2024-06-10T16:07:25.224" v="285" actId="22"/>
          <ac:spMkLst>
            <pc:docMk/>
            <pc:sldMk cId="969858184" sldId="303"/>
            <ac:spMk id="7" creationId="{7C592594-FB60-C8D3-8D3A-7D96A71FC36F}"/>
          </ac:spMkLst>
        </pc:spChg>
        <pc:spChg chg="add mod">
          <ac:chgData name="Alaric Becker" userId="6a55345f-32ca-40d2-b085-1989c62c3a9f" providerId="ADAL" clId="{5BBBF980-9114-42FA-99C5-C172EB12E3C9}" dt="2024-06-10T16:08:20.094" v="306" actId="1076"/>
          <ac:spMkLst>
            <pc:docMk/>
            <pc:sldMk cId="969858184" sldId="303"/>
            <ac:spMk id="9" creationId="{0AF7BF48-F4A7-68B5-B058-1F2123265DA7}"/>
          </ac:spMkLst>
        </pc:spChg>
        <pc:spChg chg="del">
          <ac:chgData name="Alaric Becker" userId="6a55345f-32ca-40d2-b085-1989c62c3a9f" providerId="ADAL" clId="{5BBBF980-9114-42FA-99C5-C172EB12E3C9}" dt="2024-06-10T16:07:18.872" v="283" actId="478"/>
          <ac:spMkLst>
            <pc:docMk/>
            <pc:sldMk cId="969858184" sldId="303"/>
            <ac:spMk id="10" creationId="{B4D9F52B-8540-7892-0468-F4D89F254108}"/>
          </ac:spMkLst>
        </pc:spChg>
        <pc:picChg chg="del">
          <ac:chgData name="Alaric Becker" userId="6a55345f-32ca-40d2-b085-1989c62c3a9f" providerId="ADAL" clId="{5BBBF980-9114-42FA-99C5-C172EB12E3C9}" dt="2024-06-10T16:07:17.495" v="282" actId="478"/>
          <ac:picMkLst>
            <pc:docMk/>
            <pc:sldMk cId="969858184" sldId="303"/>
            <ac:picMk id="2052" creationId="{DCAA0801-B643-9246-40C5-CAA664940DF5}"/>
          </ac:picMkLst>
        </pc:picChg>
        <pc:picChg chg="add mod">
          <ac:chgData name="Alaric Becker" userId="6a55345f-32ca-40d2-b085-1989c62c3a9f" providerId="ADAL" clId="{5BBBF980-9114-42FA-99C5-C172EB12E3C9}" dt="2024-06-10T16:08:10.112" v="303" actId="1076"/>
          <ac:picMkLst>
            <pc:docMk/>
            <pc:sldMk cId="969858184" sldId="303"/>
            <ac:picMk id="3074" creationId="{8F2EBAF3-F6BA-50B9-C2ED-94DF5C64D384}"/>
          </ac:picMkLst>
        </pc:picChg>
        <pc:picChg chg="add mod">
          <ac:chgData name="Alaric Becker" userId="6a55345f-32ca-40d2-b085-1989c62c3a9f" providerId="ADAL" clId="{5BBBF980-9114-42FA-99C5-C172EB12E3C9}" dt="2024-06-10T16:08:15.672" v="305" actId="1076"/>
          <ac:picMkLst>
            <pc:docMk/>
            <pc:sldMk cId="969858184" sldId="303"/>
            <ac:picMk id="3076" creationId="{C50E9CEE-E242-2046-A298-67F5C19B03E1}"/>
          </ac:picMkLst>
        </pc:picChg>
      </pc:sldChg>
      <pc:sldChg chg="addSp delSp modSp add mod">
        <pc:chgData name="Alaric Becker" userId="6a55345f-32ca-40d2-b085-1989c62c3a9f" providerId="ADAL" clId="{5BBBF980-9114-42FA-99C5-C172EB12E3C9}" dt="2024-06-10T16:10:56.351" v="329" actId="1076"/>
        <pc:sldMkLst>
          <pc:docMk/>
          <pc:sldMk cId="4091116014" sldId="304"/>
        </pc:sldMkLst>
        <pc:spChg chg="add del">
          <ac:chgData name="Alaric Becker" userId="6a55345f-32ca-40d2-b085-1989c62c3a9f" providerId="ADAL" clId="{5BBBF980-9114-42FA-99C5-C172EB12E3C9}" dt="2024-06-10T16:08:52.753" v="311" actId="22"/>
          <ac:spMkLst>
            <pc:docMk/>
            <pc:sldMk cId="4091116014" sldId="304"/>
            <ac:spMk id="7" creationId="{467894FA-562D-56D7-89A5-378FFCBE58FA}"/>
          </ac:spMkLst>
        </pc:spChg>
        <pc:spChg chg="del">
          <ac:chgData name="Alaric Becker" userId="6a55345f-32ca-40d2-b085-1989c62c3a9f" providerId="ADAL" clId="{5BBBF980-9114-42FA-99C5-C172EB12E3C9}" dt="2024-06-10T16:08:37.760" v="308" actId="478"/>
          <ac:spMkLst>
            <pc:docMk/>
            <pc:sldMk cId="4091116014" sldId="304"/>
            <ac:spMk id="9" creationId="{0AF7BF48-F4A7-68B5-B058-1F2123265DA7}"/>
          </ac:spMkLst>
        </pc:spChg>
        <pc:spChg chg="add mod">
          <ac:chgData name="Alaric Becker" userId="6a55345f-32ca-40d2-b085-1989c62c3a9f" providerId="ADAL" clId="{5BBBF980-9114-42FA-99C5-C172EB12E3C9}" dt="2024-06-10T16:10:19.176" v="323" actId="207"/>
          <ac:spMkLst>
            <pc:docMk/>
            <pc:sldMk cId="4091116014" sldId="304"/>
            <ac:spMk id="10" creationId="{E8792857-5014-F102-1777-DEAD2BDCFFD1}"/>
          </ac:spMkLst>
        </pc:spChg>
        <pc:spChg chg="add mod">
          <ac:chgData name="Alaric Becker" userId="6a55345f-32ca-40d2-b085-1989c62c3a9f" providerId="ADAL" clId="{5BBBF980-9114-42FA-99C5-C172EB12E3C9}" dt="2024-06-10T16:10:44.522" v="326" actId="207"/>
          <ac:spMkLst>
            <pc:docMk/>
            <pc:sldMk cId="4091116014" sldId="304"/>
            <ac:spMk id="12" creationId="{EB4F10B2-09F9-0404-FBDC-85A0D952BCE6}"/>
          </ac:spMkLst>
        </pc:spChg>
        <pc:picChg chg="del">
          <ac:chgData name="Alaric Becker" userId="6a55345f-32ca-40d2-b085-1989c62c3a9f" providerId="ADAL" clId="{5BBBF980-9114-42FA-99C5-C172EB12E3C9}" dt="2024-06-10T16:08:39.391" v="309" actId="478"/>
          <ac:picMkLst>
            <pc:docMk/>
            <pc:sldMk cId="4091116014" sldId="304"/>
            <ac:picMk id="3076" creationId="{C50E9CEE-E242-2046-A298-67F5C19B03E1}"/>
          </ac:picMkLst>
        </pc:picChg>
        <pc:picChg chg="add mod">
          <ac:chgData name="Alaric Becker" userId="6a55345f-32ca-40d2-b085-1989c62c3a9f" providerId="ADAL" clId="{5BBBF980-9114-42FA-99C5-C172EB12E3C9}" dt="2024-06-10T16:10:56.351" v="329" actId="1076"/>
          <ac:picMkLst>
            <pc:docMk/>
            <pc:sldMk cId="4091116014" sldId="304"/>
            <ac:picMk id="4098" creationId="{BA993A70-BB01-C02F-9941-EF115E379665}"/>
          </ac:picMkLst>
        </pc:picChg>
      </pc:sldChg>
      <pc:sldChg chg="addSp delSp modSp add mod">
        <pc:chgData name="Alaric Becker" userId="6a55345f-32ca-40d2-b085-1989c62c3a9f" providerId="ADAL" clId="{5BBBF980-9114-42FA-99C5-C172EB12E3C9}" dt="2024-06-10T16:13:01.195" v="355" actId="207"/>
        <pc:sldMkLst>
          <pc:docMk/>
          <pc:sldMk cId="1042968815" sldId="305"/>
        </pc:sldMkLst>
        <pc:spChg chg="add del">
          <ac:chgData name="Alaric Becker" userId="6a55345f-32ca-40d2-b085-1989c62c3a9f" providerId="ADAL" clId="{5BBBF980-9114-42FA-99C5-C172EB12E3C9}" dt="2024-06-10T16:11:38.094" v="337" actId="22"/>
          <ac:spMkLst>
            <pc:docMk/>
            <pc:sldMk cId="1042968815" sldId="305"/>
            <ac:spMk id="7" creationId="{BE244725-B49B-328C-35DC-9E9EB4B43984}"/>
          </ac:spMkLst>
        </pc:spChg>
        <pc:spChg chg="add mod">
          <ac:chgData name="Alaric Becker" userId="6a55345f-32ca-40d2-b085-1989c62c3a9f" providerId="ADAL" clId="{5BBBF980-9114-42FA-99C5-C172EB12E3C9}" dt="2024-06-10T16:13:01.195" v="355" actId="207"/>
          <ac:spMkLst>
            <pc:docMk/>
            <pc:sldMk cId="1042968815" sldId="305"/>
            <ac:spMk id="9" creationId="{367C19D1-7C5D-63B7-7611-E20594F6C113}"/>
          </ac:spMkLst>
        </pc:spChg>
        <pc:spChg chg="del">
          <ac:chgData name="Alaric Becker" userId="6a55345f-32ca-40d2-b085-1989c62c3a9f" providerId="ADAL" clId="{5BBBF980-9114-42FA-99C5-C172EB12E3C9}" dt="2024-06-10T16:11:11.495" v="331" actId="478"/>
          <ac:spMkLst>
            <pc:docMk/>
            <pc:sldMk cId="1042968815" sldId="305"/>
            <ac:spMk id="10" creationId="{E8792857-5014-F102-1777-DEAD2BDCFFD1}"/>
          </ac:spMkLst>
        </pc:spChg>
        <pc:spChg chg="del">
          <ac:chgData name="Alaric Becker" userId="6a55345f-32ca-40d2-b085-1989c62c3a9f" providerId="ADAL" clId="{5BBBF980-9114-42FA-99C5-C172EB12E3C9}" dt="2024-06-10T16:11:12.199" v="332" actId="478"/>
          <ac:spMkLst>
            <pc:docMk/>
            <pc:sldMk cId="1042968815" sldId="305"/>
            <ac:spMk id="12" creationId="{EB4F10B2-09F9-0404-FBDC-85A0D952BCE6}"/>
          </ac:spMkLst>
        </pc:spChg>
        <pc:picChg chg="del">
          <ac:chgData name="Alaric Becker" userId="6a55345f-32ca-40d2-b085-1989c62c3a9f" providerId="ADAL" clId="{5BBBF980-9114-42FA-99C5-C172EB12E3C9}" dt="2024-06-10T16:11:12.752" v="333" actId="478"/>
          <ac:picMkLst>
            <pc:docMk/>
            <pc:sldMk cId="1042968815" sldId="305"/>
            <ac:picMk id="4098" creationId="{BA993A70-BB01-C02F-9941-EF115E379665}"/>
          </ac:picMkLst>
        </pc:picChg>
        <pc:picChg chg="add mod">
          <ac:chgData name="Alaric Becker" userId="6a55345f-32ca-40d2-b085-1989c62c3a9f" providerId="ADAL" clId="{5BBBF980-9114-42FA-99C5-C172EB12E3C9}" dt="2024-06-10T16:12:16.092" v="349" actId="1076"/>
          <ac:picMkLst>
            <pc:docMk/>
            <pc:sldMk cId="1042968815" sldId="305"/>
            <ac:picMk id="5122" creationId="{5611DC19-927A-55D2-E89B-35BCA0913456}"/>
          </ac:picMkLst>
        </pc:picChg>
      </pc:sldChg>
      <pc:sldChg chg="addSp delSp modSp add mod ord">
        <pc:chgData name="Alaric Becker" userId="6a55345f-32ca-40d2-b085-1989c62c3a9f" providerId="ADAL" clId="{5BBBF980-9114-42FA-99C5-C172EB12E3C9}" dt="2024-06-10T16:14:52.583" v="379" actId="1076"/>
        <pc:sldMkLst>
          <pc:docMk/>
          <pc:sldMk cId="721400280" sldId="306"/>
        </pc:sldMkLst>
        <pc:spChg chg="mod">
          <ac:chgData name="Alaric Becker" userId="6a55345f-32ca-40d2-b085-1989c62c3a9f" providerId="ADAL" clId="{5BBBF980-9114-42FA-99C5-C172EB12E3C9}" dt="2024-06-10T16:13:50.296" v="363"/>
          <ac:spMkLst>
            <pc:docMk/>
            <pc:sldMk cId="721400280" sldId="306"/>
            <ac:spMk id="2" creationId="{B490224F-FBFC-4A79-87B9-A536E6FE826C}"/>
          </ac:spMkLst>
        </pc:spChg>
        <pc:spChg chg="add del">
          <ac:chgData name="Alaric Becker" userId="6a55345f-32ca-40d2-b085-1989c62c3a9f" providerId="ADAL" clId="{5BBBF980-9114-42FA-99C5-C172EB12E3C9}" dt="2024-06-10T16:13:58.503" v="365" actId="22"/>
          <ac:spMkLst>
            <pc:docMk/>
            <pc:sldMk cId="721400280" sldId="306"/>
            <ac:spMk id="7" creationId="{07F8E0AB-7D02-788B-EE4B-0FC78AA734A7}"/>
          </ac:spMkLst>
        </pc:spChg>
        <pc:spChg chg="del">
          <ac:chgData name="Alaric Becker" userId="6a55345f-32ca-40d2-b085-1989c62c3a9f" providerId="ADAL" clId="{5BBBF980-9114-42FA-99C5-C172EB12E3C9}" dt="2024-06-10T16:13:38.583" v="360" actId="478"/>
          <ac:spMkLst>
            <pc:docMk/>
            <pc:sldMk cId="721400280" sldId="306"/>
            <ac:spMk id="9" creationId="{367C19D1-7C5D-63B7-7611-E20594F6C113}"/>
          </ac:spMkLst>
        </pc:spChg>
        <pc:spChg chg="add mod">
          <ac:chgData name="Alaric Becker" userId="6a55345f-32ca-40d2-b085-1989c62c3a9f" providerId="ADAL" clId="{5BBBF980-9114-42FA-99C5-C172EB12E3C9}" dt="2024-06-10T16:14:48.041" v="377" actId="1076"/>
          <ac:spMkLst>
            <pc:docMk/>
            <pc:sldMk cId="721400280" sldId="306"/>
            <ac:spMk id="10" creationId="{D7C601EF-C289-3D87-48F5-B62AC2466E85}"/>
          </ac:spMkLst>
        </pc:spChg>
        <pc:picChg chg="del">
          <ac:chgData name="Alaric Becker" userId="6a55345f-32ca-40d2-b085-1989c62c3a9f" providerId="ADAL" clId="{5BBBF980-9114-42FA-99C5-C172EB12E3C9}" dt="2024-06-10T16:13:37.263" v="359" actId="478"/>
          <ac:picMkLst>
            <pc:docMk/>
            <pc:sldMk cId="721400280" sldId="306"/>
            <ac:picMk id="5122" creationId="{5611DC19-927A-55D2-E89B-35BCA0913456}"/>
          </ac:picMkLst>
        </pc:picChg>
        <pc:picChg chg="add mod">
          <ac:chgData name="Alaric Becker" userId="6a55345f-32ca-40d2-b085-1989c62c3a9f" providerId="ADAL" clId="{5BBBF980-9114-42FA-99C5-C172EB12E3C9}" dt="2024-06-10T16:14:48.041" v="377" actId="1076"/>
          <ac:picMkLst>
            <pc:docMk/>
            <pc:sldMk cId="721400280" sldId="306"/>
            <ac:picMk id="6146" creationId="{5D95D54D-B2C4-E04B-DCF3-CB27E1EE2042}"/>
          </ac:picMkLst>
        </pc:picChg>
        <pc:picChg chg="add mod">
          <ac:chgData name="Alaric Becker" userId="6a55345f-32ca-40d2-b085-1989c62c3a9f" providerId="ADAL" clId="{5BBBF980-9114-42FA-99C5-C172EB12E3C9}" dt="2024-06-10T16:14:52.583" v="379" actId="1076"/>
          <ac:picMkLst>
            <pc:docMk/>
            <pc:sldMk cId="721400280" sldId="306"/>
            <ac:picMk id="6148" creationId="{5504996D-57FC-FC50-4B2D-78FA56F7C036}"/>
          </ac:picMkLst>
        </pc:picChg>
      </pc:sldChg>
      <pc:sldChg chg="addSp delSp modSp add mod ord">
        <pc:chgData name="Alaric Becker" userId="6a55345f-32ca-40d2-b085-1989c62c3a9f" providerId="ADAL" clId="{5BBBF980-9114-42FA-99C5-C172EB12E3C9}" dt="2024-06-10T16:18:06.034" v="427" actId="1076"/>
        <pc:sldMkLst>
          <pc:docMk/>
          <pc:sldMk cId="1846316770" sldId="307"/>
        </pc:sldMkLst>
        <pc:spChg chg="mod">
          <ac:chgData name="Alaric Becker" userId="6a55345f-32ca-40d2-b085-1989c62c3a9f" providerId="ADAL" clId="{5BBBF980-9114-42FA-99C5-C172EB12E3C9}" dt="2024-06-10T16:15:50.419" v="387"/>
          <ac:spMkLst>
            <pc:docMk/>
            <pc:sldMk cId="1846316770" sldId="307"/>
            <ac:spMk id="2" creationId="{B490224F-FBFC-4A79-87B9-A536E6FE826C}"/>
          </ac:spMkLst>
        </pc:spChg>
        <pc:spChg chg="add del mod">
          <ac:chgData name="Alaric Becker" userId="6a55345f-32ca-40d2-b085-1989c62c3a9f" providerId="ADAL" clId="{5BBBF980-9114-42FA-99C5-C172EB12E3C9}" dt="2024-06-10T16:16:12.633" v="391" actId="22"/>
          <ac:spMkLst>
            <pc:docMk/>
            <pc:sldMk cId="1846316770" sldId="307"/>
            <ac:spMk id="7" creationId="{DC7664B2-58ED-83A6-0AC8-F06946A3EEE6}"/>
          </ac:spMkLst>
        </pc:spChg>
        <pc:spChg chg="add del">
          <ac:chgData name="Alaric Becker" userId="6a55345f-32ca-40d2-b085-1989c62c3a9f" providerId="ADAL" clId="{5BBBF980-9114-42FA-99C5-C172EB12E3C9}" dt="2024-06-10T16:16:14.396" v="393" actId="22"/>
          <ac:spMkLst>
            <pc:docMk/>
            <pc:sldMk cId="1846316770" sldId="307"/>
            <ac:spMk id="9" creationId="{55276975-C7A4-1392-64A6-C7DE17F0A5B8}"/>
          </ac:spMkLst>
        </pc:spChg>
        <pc:spChg chg="del">
          <ac:chgData name="Alaric Becker" userId="6a55345f-32ca-40d2-b085-1989c62c3a9f" providerId="ADAL" clId="{5BBBF980-9114-42FA-99C5-C172EB12E3C9}" dt="2024-06-10T16:15:37.944" v="384" actId="478"/>
          <ac:spMkLst>
            <pc:docMk/>
            <pc:sldMk cId="1846316770" sldId="307"/>
            <ac:spMk id="10" creationId="{D7C601EF-C289-3D87-48F5-B62AC2466E85}"/>
          </ac:spMkLst>
        </pc:spChg>
        <pc:spChg chg="add mod">
          <ac:chgData name="Alaric Becker" userId="6a55345f-32ca-40d2-b085-1989c62c3a9f" providerId="ADAL" clId="{5BBBF980-9114-42FA-99C5-C172EB12E3C9}" dt="2024-06-10T16:17:26.620" v="414" actId="20577"/>
          <ac:spMkLst>
            <pc:docMk/>
            <pc:sldMk cId="1846316770" sldId="307"/>
            <ac:spMk id="13" creationId="{28D5D54C-504C-6EA5-7429-EE7015C6DBFA}"/>
          </ac:spMkLst>
        </pc:spChg>
        <pc:picChg chg="del">
          <ac:chgData name="Alaric Becker" userId="6a55345f-32ca-40d2-b085-1989c62c3a9f" providerId="ADAL" clId="{5BBBF980-9114-42FA-99C5-C172EB12E3C9}" dt="2024-06-10T16:15:36.552" v="383" actId="478"/>
          <ac:picMkLst>
            <pc:docMk/>
            <pc:sldMk cId="1846316770" sldId="307"/>
            <ac:picMk id="6148" creationId="{5504996D-57FC-FC50-4B2D-78FA56F7C036}"/>
          </ac:picMkLst>
        </pc:picChg>
        <pc:picChg chg="add mod">
          <ac:chgData name="Alaric Becker" userId="6a55345f-32ca-40d2-b085-1989c62c3a9f" providerId="ADAL" clId="{5BBBF980-9114-42FA-99C5-C172EB12E3C9}" dt="2024-06-10T16:17:44.701" v="421" actId="1076"/>
          <ac:picMkLst>
            <pc:docMk/>
            <pc:sldMk cId="1846316770" sldId="307"/>
            <ac:picMk id="7170" creationId="{E517E767-5B79-EB3E-C348-E92EB4792D87}"/>
          </ac:picMkLst>
        </pc:picChg>
        <pc:picChg chg="add mod">
          <ac:chgData name="Alaric Becker" userId="6a55345f-32ca-40d2-b085-1989c62c3a9f" providerId="ADAL" clId="{5BBBF980-9114-42FA-99C5-C172EB12E3C9}" dt="2024-06-10T16:17:42.186" v="420" actId="1076"/>
          <ac:picMkLst>
            <pc:docMk/>
            <pc:sldMk cId="1846316770" sldId="307"/>
            <ac:picMk id="7172" creationId="{1C3D2C53-5CCE-5E62-0B1D-092967925FEA}"/>
          </ac:picMkLst>
        </pc:picChg>
        <pc:picChg chg="add mod">
          <ac:chgData name="Alaric Becker" userId="6a55345f-32ca-40d2-b085-1989c62c3a9f" providerId="ADAL" clId="{5BBBF980-9114-42FA-99C5-C172EB12E3C9}" dt="2024-06-10T16:18:06.034" v="427" actId="1076"/>
          <ac:picMkLst>
            <pc:docMk/>
            <pc:sldMk cId="1846316770" sldId="307"/>
            <ac:picMk id="7174" creationId="{9DE6FBA7-3BD7-4F9B-DB3F-54CE9CF3D701}"/>
          </ac:picMkLst>
        </pc:picChg>
      </pc:sldChg>
      <pc:sldChg chg="addSp delSp modSp add mod">
        <pc:chgData name="Alaric Becker" userId="6a55345f-32ca-40d2-b085-1989c62c3a9f" providerId="ADAL" clId="{5BBBF980-9114-42FA-99C5-C172EB12E3C9}" dt="2024-06-10T16:22:00.305" v="501" actId="1076"/>
        <pc:sldMkLst>
          <pc:docMk/>
          <pc:sldMk cId="2649621624" sldId="308"/>
        </pc:sldMkLst>
        <pc:spChg chg="add del mod">
          <ac:chgData name="Alaric Becker" userId="6a55345f-32ca-40d2-b085-1989c62c3a9f" providerId="ADAL" clId="{5BBBF980-9114-42FA-99C5-C172EB12E3C9}" dt="2024-06-10T16:18:50.194" v="435" actId="22"/>
          <ac:spMkLst>
            <pc:docMk/>
            <pc:sldMk cId="2649621624" sldId="308"/>
            <ac:spMk id="7" creationId="{C0587937-BF47-AC4C-0626-F84F30824E52}"/>
          </ac:spMkLst>
        </pc:spChg>
        <pc:spChg chg="add del">
          <ac:chgData name="Alaric Becker" userId="6a55345f-32ca-40d2-b085-1989c62c3a9f" providerId="ADAL" clId="{5BBBF980-9114-42FA-99C5-C172EB12E3C9}" dt="2024-06-10T16:18:56.447" v="439" actId="22"/>
          <ac:spMkLst>
            <pc:docMk/>
            <pc:sldMk cId="2649621624" sldId="308"/>
            <ac:spMk id="9" creationId="{1D403D24-9BF7-8777-8101-FACD6ABA9A20}"/>
          </ac:spMkLst>
        </pc:spChg>
        <pc:spChg chg="add mod">
          <ac:chgData name="Alaric Becker" userId="6a55345f-32ca-40d2-b085-1989c62c3a9f" providerId="ADAL" clId="{5BBBF980-9114-42FA-99C5-C172EB12E3C9}" dt="2024-06-10T16:21:26.872" v="486" actId="1076"/>
          <ac:spMkLst>
            <pc:docMk/>
            <pc:sldMk cId="2649621624" sldId="308"/>
            <ac:spMk id="12" creationId="{CD83C695-1099-60FC-C61C-710A95521E3D}"/>
          </ac:spMkLst>
        </pc:spChg>
        <pc:spChg chg="add del">
          <ac:chgData name="Alaric Becker" userId="6a55345f-32ca-40d2-b085-1989c62c3a9f" providerId="ADAL" clId="{5BBBF980-9114-42FA-99C5-C172EB12E3C9}" dt="2024-06-10T16:18:54.746" v="437" actId="478"/>
          <ac:spMkLst>
            <pc:docMk/>
            <pc:sldMk cId="2649621624" sldId="308"/>
            <ac:spMk id="13" creationId="{28D5D54C-504C-6EA5-7429-EE7015C6DBFA}"/>
          </ac:spMkLst>
        </pc:spChg>
        <pc:picChg chg="del">
          <ac:chgData name="Alaric Becker" userId="6a55345f-32ca-40d2-b085-1989c62c3a9f" providerId="ADAL" clId="{5BBBF980-9114-42FA-99C5-C172EB12E3C9}" dt="2024-06-10T16:18:35.584" v="429" actId="478"/>
          <ac:picMkLst>
            <pc:docMk/>
            <pc:sldMk cId="2649621624" sldId="308"/>
            <ac:picMk id="7170" creationId="{E517E767-5B79-EB3E-C348-E92EB4792D87}"/>
          </ac:picMkLst>
        </pc:picChg>
        <pc:picChg chg="del">
          <ac:chgData name="Alaric Becker" userId="6a55345f-32ca-40d2-b085-1989c62c3a9f" providerId="ADAL" clId="{5BBBF980-9114-42FA-99C5-C172EB12E3C9}" dt="2024-06-10T16:18:36.503" v="430" actId="478"/>
          <ac:picMkLst>
            <pc:docMk/>
            <pc:sldMk cId="2649621624" sldId="308"/>
            <ac:picMk id="7174" creationId="{9DE6FBA7-3BD7-4F9B-DB3F-54CE9CF3D701}"/>
          </ac:picMkLst>
        </pc:picChg>
        <pc:picChg chg="add mod">
          <ac:chgData name="Alaric Becker" userId="6a55345f-32ca-40d2-b085-1989c62c3a9f" providerId="ADAL" clId="{5BBBF980-9114-42FA-99C5-C172EB12E3C9}" dt="2024-06-10T16:21:33.718" v="488" actId="14100"/>
          <ac:picMkLst>
            <pc:docMk/>
            <pc:sldMk cId="2649621624" sldId="308"/>
            <ac:picMk id="8194" creationId="{33A13183-0B0C-5476-2F46-A021E25DAE2D}"/>
          </ac:picMkLst>
        </pc:picChg>
        <pc:picChg chg="add">
          <ac:chgData name="Alaric Becker" userId="6a55345f-32ca-40d2-b085-1989c62c3a9f" providerId="ADAL" clId="{5BBBF980-9114-42FA-99C5-C172EB12E3C9}" dt="2024-06-10T16:21:37.451" v="489"/>
          <ac:picMkLst>
            <pc:docMk/>
            <pc:sldMk cId="2649621624" sldId="308"/>
            <ac:picMk id="8196" creationId="{07E3E4F1-FF32-AE30-3C6B-1EECCCB935DC}"/>
          </ac:picMkLst>
        </pc:picChg>
        <pc:picChg chg="add mod">
          <ac:chgData name="Alaric Becker" userId="6a55345f-32ca-40d2-b085-1989c62c3a9f" providerId="ADAL" clId="{5BBBF980-9114-42FA-99C5-C172EB12E3C9}" dt="2024-06-10T16:21:55.170" v="497" actId="1076"/>
          <ac:picMkLst>
            <pc:docMk/>
            <pc:sldMk cId="2649621624" sldId="308"/>
            <ac:picMk id="8198" creationId="{AEC84BDA-7950-6E62-CA6B-3169A3FAD49A}"/>
          </ac:picMkLst>
        </pc:picChg>
        <pc:picChg chg="add mod">
          <ac:chgData name="Alaric Becker" userId="6a55345f-32ca-40d2-b085-1989c62c3a9f" providerId="ADAL" clId="{5BBBF980-9114-42FA-99C5-C172EB12E3C9}" dt="2024-06-10T16:21:55.170" v="497" actId="1076"/>
          <ac:picMkLst>
            <pc:docMk/>
            <pc:sldMk cId="2649621624" sldId="308"/>
            <ac:picMk id="8200" creationId="{2459CCBC-634E-4EDF-05CA-BE52419AE8F2}"/>
          </ac:picMkLst>
        </pc:picChg>
        <pc:picChg chg="add mod">
          <ac:chgData name="Alaric Becker" userId="6a55345f-32ca-40d2-b085-1989c62c3a9f" providerId="ADAL" clId="{5BBBF980-9114-42FA-99C5-C172EB12E3C9}" dt="2024-06-10T16:22:00.305" v="501" actId="1076"/>
          <ac:picMkLst>
            <pc:docMk/>
            <pc:sldMk cId="2649621624" sldId="308"/>
            <ac:picMk id="8202" creationId="{90E5F247-1040-1DD1-4F8F-EA6C13D19FBE}"/>
          </ac:picMkLst>
        </pc:picChg>
      </pc:sldChg>
      <pc:sldChg chg="addSp delSp modSp add mod">
        <pc:chgData name="Alaric Becker" userId="6a55345f-32ca-40d2-b085-1989c62c3a9f" providerId="ADAL" clId="{5BBBF980-9114-42FA-99C5-C172EB12E3C9}" dt="2024-06-10T16:28:30.022" v="572" actId="113"/>
        <pc:sldMkLst>
          <pc:docMk/>
          <pc:sldMk cId="2504526226" sldId="309"/>
        </pc:sldMkLst>
        <pc:spChg chg="add del">
          <ac:chgData name="Alaric Becker" userId="6a55345f-32ca-40d2-b085-1989c62c3a9f" providerId="ADAL" clId="{5BBBF980-9114-42FA-99C5-C172EB12E3C9}" dt="2024-06-10T16:23:01.318" v="509" actId="22"/>
          <ac:spMkLst>
            <pc:docMk/>
            <pc:sldMk cId="2504526226" sldId="309"/>
            <ac:spMk id="7" creationId="{DD35D6D6-3AF7-6B67-C5AF-5B481922AFFF}"/>
          </ac:spMkLst>
        </pc:spChg>
        <pc:spChg chg="add mod">
          <ac:chgData name="Alaric Becker" userId="6a55345f-32ca-40d2-b085-1989c62c3a9f" providerId="ADAL" clId="{5BBBF980-9114-42FA-99C5-C172EB12E3C9}" dt="2024-06-10T16:26:28.683" v="540" actId="1076"/>
          <ac:spMkLst>
            <pc:docMk/>
            <pc:sldMk cId="2504526226" sldId="309"/>
            <ac:spMk id="9" creationId="{FE1076DA-6A6C-230D-9C7F-E7059BABA14D}"/>
          </ac:spMkLst>
        </pc:spChg>
        <pc:spChg chg="del">
          <ac:chgData name="Alaric Becker" userId="6a55345f-32ca-40d2-b085-1989c62c3a9f" providerId="ADAL" clId="{5BBBF980-9114-42FA-99C5-C172EB12E3C9}" dt="2024-06-10T16:22:54.839" v="507" actId="478"/>
          <ac:spMkLst>
            <pc:docMk/>
            <pc:sldMk cId="2504526226" sldId="309"/>
            <ac:spMk id="12" creationId="{CD83C695-1099-60FC-C61C-710A95521E3D}"/>
          </ac:spMkLst>
        </pc:spChg>
        <pc:spChg chg="add del mod">
          <ac:chgData name="Alaric Becker" userId="6a55345f-32ca-40d2-b085-1989c62c3a9f" providerId="ADAL" clId="{5BBBF980-9114-42FA-99C5-C172EB12E3C9}" dt="2024-06-10T16:27:31.386" v="553" actId="22"/>
          <ac:spMkLst>
            <pc:docMk/>
            <pc:sldMk cId="2504526226" sldId="309"/>
            <ac:spMk id="13" creationId="{7D7F3163-67DC-B0A8-5C79-0436316646D1}"/>
          </ac:spMkLst>
        </pc:spChg>
        <pc:spChg chg="add del">
          <ac:chgData name="Alaric Becker" userId="6a55345f-32ca-40d2-b085-1989c62c3a9f" providerId="ADAL" clId="{5BBBF980-9114-42FA-99C5-C172EB12E3C9}" dt="2024-06-10T16:27:35.327" v="557" actId="22"/>
          <ac:spMkLst>
            <pc:docMk/>
            <pc:sldMk cId="2504526226" sldId="309"/>
            <ac:spMk id="15" creationId="{05D28925-5F8C-3A55-A022-D6CF3A8DEB3B}"/>
          </ac:spMkLst>
        </pc:spChg>
        <pc:spChg chg="add mod">
          <ac:chgData name="Alaric Becker" userId="6a55345f-32ca-40d2-b085-1989c62c3a9f" providerId="ADAL" clId="{5BBBF980-9114-42FA-99C5-C172EB12E3C9}" dt="2024-06-10T16:28:30.022" v="572" actId="113"/>
          <ac:spMkLst>
            <pc:docMk/>
            <pc:sldMk cId="2504526226" sldId="309"/>
            <ac:spMk id="17" creationId="{9944C3D9-E2D3-3CF7-C182-C03F9238667A}"/>
          </ac:spMkLst>
        </pc:spChg>
        <pc:picChg chg="del mod">
          <ac:chgData name="Alaric Becker" userId="6a55345f-32ca-40d2-b085-1989c62c3a9f" providerId="ADAL" clId="{5BBBF980-9114-42FA-99C5-C172EB12E3C9}" dt="2024-06-10T16:22:53.047" v="505" actId="478"/>
          <ac:picMkLst>
            <pc:docMk/>
            <pc:sldMk cId="2504526226" sldId="309"/>
            <ac:picMk id="8194" creationId="{33A13183-0B0C-5476-2F46-A021E25DAE2D}"/>
          </ac:picMkLst>
        </pc:picChg>
        <pc:picChg chg="del">
          <ac:chgData name="Alaric Becker" userId="6a55345f-32ca-40d2-b085-1989c62c3a9f" providerId="ADAL" clId="{5BBBF980-9114-42FA-99C5-C172EB12E3C9}" dt="2024-06-10T16:22:53.559" v="506" actId="478"/>
          <ac:picMkLst>
            <pc:docMk/>
            <pc:sldMk cId="2504526226" sldId="309"/>
            <ac:picMk id="8198" creationId="{AEC84BDA-7950-6E62-CA6B-3169A3FAD49A}"/>
          </ac:picMkLst>
        </pc:picChg>
        <pc:picChg chg="del">
          <ac:chgData name="Alaric Becker" userId="6a55345f-32ca-40d2-b085-1989c62c3a9f" providerId="ADAL" clId="{5BBBF980-9114-42FA-99C5-C172EB12E3C9}" dt="2024-06-10T16:22:52.519" v="503" actId="478"/>
          <ac:picMkLst>
            <pc:docMk/>
            <pc:sldMk cId="2504526226" sldId="309"/>
            <ac:picMk id="8202" creationId="{90E5F247-1040-1DD1-4F8F-EA6C13D19FBE}"/>
          </ac:picMkLst>
        </pc:picChg>
        <pc:picChg chg="add mod">
          <ac:chgData name="Alaric Becker" userId="6a55345f-32ca-40d2-b085-1989c62c3a9f" providerId="ADAL" clId="{5BBBF980-9114-42FA-99C5-C172EB12E3C9}" dt="2024-06-10T16:27:45.468" v="561" actId="1076"/>
          <ac:picMkLst>
            <pc:docMk/>
            <pc:sldMk cId="2504526226" sldId="309"/>
            <ac:picMk id="9218" creationId="{593F1313-35E9-5564-E528-59986302A44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8C9A11-C631-AF4B-8A4F-2E7B4A96BFE3}" type="doc">
      <dgm:prSet loTypeId="urn:microsoft.com/office/officeart/2005/8/layout/list1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fr-FR"/>
        </a:p>
      </dgm:t>
    </dgm:pt>
    <dgm:pt modelId="{B1519934-F81E-3D4B-848A-8A4A401AB703}">
      <dgm:prSet phldrT="[Texte]"/>
      <dgm:spPr/>
      <dgm:t>
        <a:bodyPr/>
        <a:lstStyle/>
        <a:p>
          <a:r>
            <a:rPr lang="fr-FR" dirty="0"/>
            <a:t>Denial of service </a:t>
          </a:r>
          <a:r>
            <a:rPr lang="fr-FR" dirty="0" err="1"/>
            <a:t>attack</a:t>
          </a:r>
          <a:endParaRPr lang="fr-FR" dirty="0"/>
        </a:p>
      </dgm:t>
    </dgm:pt>
    <dgm:pt modelId="{4F9E33F7-674B-7F45-B044-9880000B9DB7}" type="parTrans" cxnId="{DE0BCF01-D9E6-FE4F-B3CC-523127E93C88}">
      <dgm:prSet/>
      <dgm:spPr/>
      <dgm:t>
        <a:bodyPr/>
        <a:lstStyle/>
        <a:p>
          <a:endParaRPr lang="fr-FR"/>
        </a:p>
      </dgm:t>
    </dgm:pt>
    <dgm:pt modelId="{0FF2131A-E4A0-CB43-9709-AB0FDC7B15C8}" type="sibTrans" cxnId="{DE0BCF01-D9E6-FE4F-B3CC-523127E93C88}">
      <dgm:prSet/>
      <dgm:spPr/>
      <dgm:t>
        <a:bodyPr/>
        <a:lstStyle/>
        <a:p>
          <a:endParaRPr lang="fr-FR"/>
        </a:p>
      </dgm:t>
    </dgm:pt>
    <dgm:pt modelId="{F2D42A90-807A-6D40-A62F-450057F0B08B}">
      <dgm:prSet phldrT="[Texte]"/>
      <dgm:spPr/>
      <dgm:t>
        <a:bodyPr/>
        <a:lstStyle/>
        <a:p>
          <a:r>
            <a:rPr lang="fr-FR" dirty="0" err="1"/>
            <a:t>Deauth</a:t>
          </a:r>
          <a:r>
            <a:rPr lang="fr-FR" dirty="0"/>
            <a:t> </a:t>
          </a:r>
          <a:r>
            <a:rPr lang="fr-FR" dirty="0" err="1"/>
            <a:t>attack</a:t>
          </a:r>
          <a:endParaRPr lang="fr-FR" dirty="0"/>
        </a:p>
      </dgm:t>
    </dgm:pt>
    <dgm:pt modelId="{D2823EF4-AD24-9249-A500-4E860F68699B}" type="parTrans" cxnId="{9D724EA8-4625-7441-A685-5A92B4593787}">
      <dgm:prSet/>
      <dgm:spPr/>
      <dgm:t>
        <a:bodyPr/>
        <a:lstStyle/>
        <a:p>
          <a:endParaRPr lang="fr-FR"/>
        </a:p>
      </dgm:t>
    </dgm:pt>
    <dgm:pt modelId="{14814982-E5B0-C141-8C52-A7B8EF9BC528}" type="sibTrans" cxnId="{9D724EA8-4625-7441-A685-5A92B4593787}">
      <dgm:prSet/>
      <dgm:spPr/>
      <dgm:t>
        <a:bodyPr/>
        <a:lstStyle/>
        <a:p>
          <a:endParaRPr lang="fr-FR"/>
        </a:p>
      </dgm:t>
    </dgm:pt>
    <dgm:pt modelId="{0C2B829C-8193-A149-BFBE-047844C43B4B}">
      <dgm:prSet phldrT="[Texte]"/>
      <dgm:spPr/>
      <dgm:t>
        <a:bodyPr/>
        <a:lstStyle/>
        <a:p>
          <a:r>
            <a:rPr lang="fr-FR" dirty="0" err="1"/>
            <a:t>WiFi</a:t>
          </a:r>
          <a:r>
            <a:rPr lang="fr-FR" dirty="0"/>
            <a:t> </a:t>
          </a:r>
          <a:r>
            <a:rPr lang="fr-FR" dirty="0" err="1"/>
            <a:t>Jamming</a:t>
          </a:r>
          <a:endParaRPr lang="fr-FR" dirty="0"/>
        </a:p>
      </dgm:t>
    </dgm:pt>
    <dgm:pt modelId="{1BDF1A6D-D6EB-E34E-A537-3D699009A427}" type="parTrans" cxnId="{6D72EAEE-F4F0-0145-90D4-38DBC27D4E76}">
      <dgm:prSet/>
      <dgm:spPr/>
      <dgm:t>
        <a:bodyPr/>
        <a:lstStyle/>
        <a:p>
          <a:endParaRPr lang="fr-FR"/>
        </a:p>
      </dgm:t>
    </dgm:pt>
    <dgm:pt modelId="{1895EEC8-CA16-0740-A2EF-B5585B49A762}" type="sibTrans" cxnId="{6D72EAEE-F4F0-0145-90D4-38DBC27D4E76}">
      <dgm:prSet/>
      <dgm:spPr/>
      <dgm:t>
        <a:bodyPr/>
        <a:lstStyle/>
        <a:p>
          <a:endParaRPr lang="fr-FR"/>
        </a:p>
      </dgm:t>
    </dgm:pt>
    <dgm:pt modelId="{CAC5BA5A-EA12-9542-A5EF-6EC8685B6F28}" type="pres">
      <dgm:prSet presAssocID="{168C9A11-C631-AF4B-8A4F-2E7B4A96BFE3}" presName="linear" presStyleCnt="0">
        <dgm:presLayoutVars>
          <dgm:dir/>
          <dgm:animLvl val="lvl"/>
          <dgm:resizeHandles val="exact"/>
        </dgm:presLayoutVars>
      </dgm:prSet>
      <dgm:spPr/>
    </dgm:pt>
    <dgm:pt modelId="{D00B0495-E85F-4247-A00D-99B2C85E00C9}" type="pres">
      <dgm:prSet presAssocID="{B1519934-F81E-3D4B-848A-8A4A401AB703}" presName="parentLin" presStyleCnt="0"/>
      <dgm:spPr/>
    </dgm:pt>
    <dgm:pt modelId="{7B682A0E-78ED-6E4B-8E9E-4603DA630455}" type="pres">
      <dgm:prSet presAssocID="{B1519934-F81E-3D4B-848A-8A4A401AB703}" presName="parentLeftMargin" presStyleLbl="node1" presStyleIdx="0" presStyleCnt="3"/>
      <dgm:spPr/>
    </dgm:pt>
    <dgm:pt modelId="{B197CCCE-9405-614A-BE48-BD91F7B496DA}" type="pres">
      <dgm:prSet presAssocID="{B1519934-F81E-3D4B-848A-8A4A401AB70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9A3D018-ACA8-3A45-BC5A-FB3A3D615A9C}" type="pres">
      <dgm:prSet presAssocID="{B1519934-F81E-3D4B-848A-8A4A401AB703}" presName="negativeSpace" presStyleCnt="0"/>
      <dgm:spPr/>
    </dgm:pt>
    <dgm:pt modelId="{7F2CD119-A476-F040-9442-68A39D99F5CB}" type="pres">
      <dgm:prSet presAssocID="{B1519934-F81E-3D4B-848A-8A4A401AB703}" presName="childText" presStyleLbl="conFgAcc1" presStyleIdx="0" presStyleCnt="3">
        <dgm:presLayoutVars>
          <dgm:bulletEnabled val="1"/>
        </dgm:presLayoutVars>
      </dgm:prSet>
      <dgm:spPr/>
    </dgm:pt>
    <dgm:pt modelId="{E19AE265-E97C-F840-8AD3-F6686FF56A8A}" type="pres">
      <dgm:prSet presAssocID="{0FF2131A-E4A0-CB43-9709-AB0FDC7B15C8}" presName="spaceBetweenRectangles" presStyleCnt="0"/>
      <dgm:spPr/>
    </dgm:pt>
    <dgm:pt modelId="{8673033A-9956-4443-AC8C-6261AC73186F}" type="pres">
      <dgm:prSet presAssocID="{F2D42A90-807A-6D40-A62F-450057F0B08B}" presName="parentLin" presStyleCnt="0"/>
      <dgm:spPr/>
    </dgm:pt>
    <dgm:pt modelId="{063604C5-250F-B54C-85AE-E7A37F9AB58A}" type="pres">
      <dgm:prSet presAssocID="{F2D42A90-807A-6D40-A62F-450057F0B08B}" presName="parentLeftMargin" presStyleLbl="node1" presStyleIdx="0" presStyleCnt="3"/>
      <dgm:spPr/>
    </dgm:pt>
    <dgm:pt modelId="{9728D912-49F8-F14B-8849-C8A67C3376ED}" type="pres">
      <dgm:prSet presAssocID="{F2D42A90-807A-6D40-A62F-450057F0B08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4F1E60B-BCD6-2449-A8BF-9210BC092BA1}" type="pres">
      <dgm:prSet presAssocID="{F2D42A90-807A-6D40-A62F-450057F0B08B}" presName="negativeSpace" presStyleCnt="0"/>
      <dgm:spPr/>
    </dgm:pt>
    <dgm:pt modelId="{42D74A24-15B6-1346-9E9B-57DFF08C6E21}" type="pres">
      <dgm:prSet presAssocID="{F2D42A90-807A-6D40-A62F-450057F0B08B}" presName="childText" presStyleLbl="conFgAcc1" presStyleIdx="1" presStyleCnt="3">
        <dgm:presLayoutVars>
          <dgm:bulletEnabled val="1"/>
        </dgm:presLayoutVars>
      </dgm:prSet>
      <dgm:spPr/>
    </dgm:pt>
    <dgm:pt modelId="{BD5C6D81-0B27-9042-A5D1-8407206192A0}" type="pres">
      <dgm:prSet presAssocID="{14814982-E5B0-C141-8C52-A7B8EF9BC528}" presName="spaceBetweenRectangles" presStyleCnt="0"/>
      <dgm:spPr/>
    </dgm:pt>
    <dgm:pt modelId="{991DDB18-D80C-A94F-8260-3DD14F5BEA28}" type="pres">
      <dgm:prSet presAssocID="{0C2B829C-8193-A149-BFBE-047844C43B4B}" presName="parentLin" presStyleCnt="0"/>
      <dgm:spPr/>
    </dgm:pt>
    <dgm:pt modelId="{22EB2788-BB66-A34B-A5B4-642E3CC89883}" type="pres">
      <dgm:prSet presAssocID="{0C2B829C-8193-A149-BFBE-047844C43B4B}" presName="parentLeftMargin" presStyleLbl="node1" presStyleIdx="1" presStyleCnt="3"/>
      <dgm:spPr/>
    </dgm:pt>
    <dgm:pt modelId="{09F2ED76-C855-294A-B148-AB7F9258957C}" type="pres">
      <dgm:prSet presAssocID="{0C2B829C-8193-A149-BFBE-047844C43B4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5BBC8DC-F5CD-DE4F-9B8C-9BFCB5432E53}" type="pres">
      <dgm:prSet presAssocID="{0C2B829C-8193-A149-BFBE-047844C43B4B}" presName="negativeSpace" presStyleCnt="0"/>
      <dgm:spPr/>
    </dgm:pt>
    <dgm:pt modelId="{1E607BF7-1C4E-C246-BE2E-07E9627DAC36}" type="pres">
      <dgm:prSet presAssocID="{0C2B829C-8193-A149-BFBE-047844C43B4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E0BCF01-D9E6-FE4F-B3CC-523127E93C88}" srcId="{168C9A11-C631-AF4B-8A4F-2E7B4A96BFE3}" destId="{B1519934-F81E-3D4B-848A-8A4A401AB703}" srcOrd="0" destOrd="0" parTransId="{4F9E33F7-674B-7F45-B044-9880000B9DB7}" sibTransId="{0FF2131A-E4A0-CB43-9709-AB0FDC7B15C8}"/>
    <dgm:cxn modelId="{D058B517-5333-AB4A-B5C5-E1655C76C86F}" type="presOf" srcId="{B1519934-F81E-3D4B-848A-8A4A401AB703}" destId="{7B682A0E-78ED-6E4B-8E9E-4603DA630455}" srcOrd="0" destOrd="0" presId="urn:microsoft.com/office/officeart/2005/8/layout/list1"/>
    <dgm:cxn modelId="{87C68D3B-BF17-754F-82AE-238674C83179}" type="presOf" srcId="{F2D42A90-807A-6D40-A62F-450057F0B08B}" destId="{9728D912-49F8-F14B-8849-C8A67C3376ED}" srcOrd="1" destOrd="0" presId="urn:microsoft.com/office/officeart/2005/8/layout/list1"/>
    <dgm:cxn modelId="{5D45AF4F-C73C-A448-82FA-B2B065F5E6E9}" type="presOf" srcId="{168C9A11-C631-AF4B-8A4F-2E7B4A96BFE3}" destId="{CAC5BA5A-EA12-9542-A5EF-6EC8685B6F28}" srcOrd="0" destOrd="0" presId="urn:microsoft.com/office/officeart/2005/8/layout/list1"/>
    <dgm:cxn modelId="{73974F77-97F0-6845-BE37-70EBA5320DF8}" type="presOf" srcId="{B1519934-F81E-3D4B-848A-8A4A401AB703}" destId="{B197CCCE-9405-614A-BE48-BD91F7B496DA}" srcOrd="1" destOrd="0" presId="urn:microsoft.com/office/officeart/2005/8/layout/list1"/>
    <dgm:cxn modelId="{3C1F8B95-20CD-8E4D-9F88-4E1A40159A70}" type="presOf" srcId="{0C2B829C-8193-A149-BFBE-047844C43B4B}" destId="{09F2ED76-C855-294A-B148-AB7F9258957C}" srcOrd="1" destOrd="0" presId="urn:microsoft.com/office/officeart/2005/8/layout/list1"/>
    <dgm:cxn modelId="{9D724EA8-4625-7441-A685-5A92B4593787}" srcId="{168C9A11-C631-AF4B-8A4F-2E7B4A96BFE3}" destId="{F2D42A90-807A-6D40-A62F-450057F0B08B}" srcOrd="1" destOrd="0" parTransId="{D2823EF4-AD24-9249-A500-4E860F68699B}" sibTransId="{14814982-E5B0-C141-8C52-A7B8EF9BC528}"/>
    <dgm:cxn modelId="{FDEF24C7-CF1D-DB42-AA19-3903E7005EB4}" type="presOf" srcId="{0C2B829C-8193-A149-BFBE-047844C43B4B}" destId="{22EB2788-BB66-A34B-A5B4-642E3CC89883}" srcOrd="0" destOrd="0" presId="urn:microsoft.com/office/officeart/2005/8/layout/list1"/>
    <dgm:cxn modelId="{1EFEE7ED-7C1F-8F42-99A3-4C4E9EC41054}" type="presOf" srcId="{F2D42A90-807A-6D40-A62F-450057F0B08B}" destId="{063604C5-250F-B54C-85AE-E7A37F9AB58A}" srcOrd="0" destOrd="0" presId="urn:microsoft.com/office/officeart/2005/8/layout/list1"/>
    <dgm:cxn modelId="{6D72EAEE-F4F0-0145-90D4-38DBC27D4E76}" srcId="{168C9A11-C631-AF4B-8A4F-2E7B4A96BFE3}" destId="{0C2B829C-8193-A149-BFBE-047844C43B4B}" srcOrd="2" destOrd="0" parTransId="{1BDF1A6D-D6EB-E34E-A537-3D699009A427}" sibTransId="{1895EEC8-CA16-0740-A2EF-B5585B49A762}"/>
    <dgm:cxn modelId="{AD55B25E-67DB-EF43-96EF-93DA77C47335}" type="presParOf" srcId="{CAC5BA5A-EA12-9542-A5EF-6EC8685B6F28}" destId="{D00B0495-E85F-4247-A00D-99B2C85E00C9}" srcOrd="0" destOrd="0" presId="urn:microsoft.com/office/officeart/2005/8/layout/list1"/>
    <dgm:cxn modelId="{6A8FF461-47D1-2C4F-A2E4-2AB53A2598D1}" type="presParOf" srcId="{D00B0495-E85F-4247-A00D-99B2C85E00C9}" destId="{7B682A0E-78ED-6E4B-8E9E-4603DA630455}" srcOrd="0" destOrd="0" presId="urn:microsoft.com/office/officeart/2005/8/layout/list1"/>
    <dgm:cxn modelId="{D5450040-6BE8-E445-B11B-8D43A0DC7E3B}" type="presParOf" srcId="{D00B0495-E85F-4247-A00D-99B2C85E00C9}" destId="{B197CCCE-9405-614A-BE48-BD91F7B496DA}" srcOrd="1" destOrd="0" presId="urn:microsoft.com/office/officeart/2005/8/layout/list1"/>
    <dgm:cxn modelId="{1594235F-479D-5048-A231-888B0EB1B400}" type="presParOf" srcId="{CAC5BA5A-EA12-9542-A5EF-6EC8685B6F28}" destId="{B9A3D018-ACA8-3A45-BC5A-FB3A3D615A9C}" srcOrd="1" destOrd="0" presId="urn:microsoft.com/office/officeart/2005/8/layout/list1"/>
    <dgm:cxn modelId="{1B7A7439-9013-4749-8C62-16540A520405}" type="presParOf" srcId="{CAC5BA5A-EA12-9542-A5EF-6EC8685B6F28}" destId="{7F2CD119-A476-F040-9442-68A39D99F5CB}" srcOrd="2" destOrd="0" presId="urn:microsoft.com/office/officeart/2005/8/layout/list1"/>
    <dgm:cxn modelId="{BE84CD40-5C03-2E4A-BCD3-DA151ACF5A01}" type="presParOf" srcId="{CAC5BA5A-EA12-9542-A5EF-6EC8685B6F28}" destId="{E19AE265-E97C-F840-8AD3-F6686FF56A8A}" srcOrd="3" destOrd="0" presId="urn:microsoft.com/office/officeart/2005/8/layout/list1"/>
    <dgm:cxn modelId="{D78460EA-5477-D84D-A004-7FB33EAFDC45}" type="presParOf" srcId="{CAC5BA5A-EA12-9542-A5EF-6EC8685B6F28}" destId="{8673033A-9956-4443-AC8C-6261AC73186F}" srcOrd="4" destOrd="0" presId="urn:microsoft.com/office/officeart/2005/8/layout/list1"/>
    <dgm:cxn modelId="{5B54FF26-5F02-A146-ADC8-CFE00A5E1225}" type="presParOf" srcId="{8673033A-9956-4443-AC8C-6261AC73186F}" destId="{063604C5-250F-B54C-85AE-E7A37F9AB58A}" srcOrd="0" destOrd="0" presId="urn:microsoft.com/office/officeart/2005/8/layout/list1"/>
    <dgm:cxn modelId="{42ADF839-3172-B94D-9EB9-A848BE47DCDC}" type="presParOf" srcId="{8673033A-9956-4443-AC8C-6261AC73186F}" destId="{9728D912-49F8-F14B-8849-C8A67C3376ED}" srcOrd="1" destOrd="0" presId="urn:microsoft.com/office/officeart/2005/8/layout/list1"/>
    <dgm:cxn modelId="{015F1C77-7307-9647-8FEB-06413A200431}" type="presParOf" srcId="{CAC5BA5A-EA12-9542-A5EF-6EC8685B6F28}" destId="{44F1E60B-BCD6-2449-A8BF-9210BC092BA1}" srcOrd="5" destOrd="0" presId="urn:microsoft.com/office/officeart/2005/8/layout/list1"/>
    <dgm:cxn modelId="{AFFE1412-32E6-334A-A3C1-A2666B571EB4}" type="presParOf" srcId="{CAC5BA5A-EA12-9542-A5EF-6EC8685B6F28}" destId="{42D74A24-15B6-1346-9E9B-57DFF08C6E21}" srcOrd="6" destOrd="0" presId="urn:microsoft.com/office/officeart/2005/8/layout/list1"/>
    <dgm:cxn modelId="{C0E81512-EB0C-3A4F-8BAC-563010863FB2}" type="presParOf" srcId="{CAC5BA5A-EA12-9542-A5EF-6EC8685B6F28}" destId="{BD5C6D81-0B27-9042-A5D1-8407206192A0}" srcOrd="7" destOrd="0" presId="urn:microsoft.com/office/officeart/2005/8/layout/list1"/>
    <dgm:cxn modelId="{C4C6275D-2F37-4D44-979F-4E43085CA1E3}" type="presParOf" srcId="{CAC5BA5A-EA12-9542-A5EF-6EC8685B6F28}" destId="{991DDB18-D80C-A94F-8260-3DD14F5BEA28}" srcOrd="8" destOrd="0" presId="urn:microsoft.com/office/officeart/2005/8/layout/list1"/>
    <dgm:cxn modelId="{BD747386-4F92-C54D-B848-AD775064E97D}" type="presParOf" srcId="{991DDB18-D80C-A94F-8260-3DD14F5BEA28}" destId="{22EB2788-BB66-A34B-A5B4-642E3CC89883}" srcOrd="0" destOrd="0" presId="urn:microsoft.com/office/officeart/2005/8/layout/list1"/>
    <dgm:cxn modelId="{92C3C280-BA87-8C4C-A343-F52D22283C35}" type="presParOf" srcId="{991DDB18-D80C-A94F-8260-3DD14F5BEA28}" destId="{09F2ED76-C855-294A-B148-AB7F9258957C}" srcOrd="1" destOrd="0" presId="urn:microsoft.com/office/officeart/2005/8/layout/list1"/>
    <dgm:cxn modelId="{0183BE25-A7F4-634E-B0DA-CB357539054D}" type="presParOf" srcId="{CAC5BA5A-EA12-9542-A5EF-6EC8685B6F28}" destId="{B5BBC8DC-F5CD-DE4F-9B8C-9BFCB5432E53}" srcOrd="9" destOrd="0" presId="urn:microsoft.com/office/officeart/2005/8/layout/list1"/>
    <dgm:cxn modelId="{EFFD1C4B-F255-A843-B5CE-6414907E72E4}" type="presParOf" srcId="{CAC5BA5A-EA12-9542-A5EF-6EC8685B6F28}" destId="{1E607BF7-1C4E-C246-BE2E-07E9627DAC3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2A1F2B-6D60-A34D-A5CE-A10839AD7E86}" type="doc">
      <dgm:prSet loTypeId="urn:microsoft.com/office/officeart/2005/8/layout/process1" loCatId="" qsTypeId="urn:microsoft.com/office/officeart/2005/8/quickstyle/simple1" qsCatId="simple" csTypeId="urn:microsoft.com/office/officeart/2005/8/colors/accent2_2" csCatId="accent2" phldr="1"/>
      <dgm:spPr/>
    </dgm:pt>
    <dgm:pt modelId="{80AD6768-393D-B348-862F-20862693B825}">
      <dgm:prSet phldrT="[Texte]"/>
      <dgm:spPr/>
      <dgm:t>
        <a:bodyPr/>
        <a:lstStyle/>
        <a:p>
          <a:r>
            <a:rPr lang="fr-FR" dirty="0" err="1"/>
            <a:t>Hostapd</a:t>
          </a:r>
          <a:endParaRPr lang="fr-FR" dirty="0"/>
        </a:p>
      </dgm:t>
    </dgm:pt>
    <dgm:pt modelId="{EDF3213A-CF7F-E649-98F3-696948B61FE0}" type="parTrans" cxnId="{A62ED763-8EE5-B149-B07C-BFC2456EBD0D}">
      <dgm:prSet/>
      <dgm:spPr/>
      <dgm:t>
        <a:bodyPr/>
        <a:lstStyle/>
        <a:p>
          <a:endParaRPr lang="fr-FR"/>
        </a:p>
      </dgm:t>
    </dgm:pt>
    <dgm:pt modelId="{5CF3436D-4FCA-7546-B07A-ECDF42B400C4}" type="sibTrans" cxnId="{A62ED763-8EE5-B149-B07C-BFC2456EBD0D}">
      <dgm:prSet/>
      <dgm:spPr/>
      <dgm:t>
        <a:bodyPr/>
        <a:lstStyle/>
        <a:p>
          <a:endParaRPr lang="fr-FR"/>
        </a:p>
      </dgm:t>
    </dgm:pt>
    <dgm:pt modelId="{F53DF393-16C4-9040-9A96-8933CD8A0ADB}">
      <dgm:prSet phldrT="[Texte]"/>
      <dgm:spPr/>
      <dgm:t>
        <a:bodyPr/>
        <a:lstStyle/>
        <a:p>
          <a:r>
            <a:rPr lang="fr-FR" dirty="0" err="1"/>
            <a:t>Dnsmasq</a:t>
          </a:r>
          <a:endParaRPr lang="fr-FR" dirty="0"/>
        </a:p>
      </dgm:t>
    </dgm:pt>
    <dgm:pt modelId="{33C8B558-72B5-5744-ABD8-C7169AA45978}" type="parTrans" cxnId="{AA60E5AB-D8A9-204F-96FF-876BAC6FB2F5}">
      <dgm:prSet/>
      <dgm:spPr/>
      <dgm:t>
        <a:bodyPr/>
        <a:lstStyle/>
        <a:p>
          <a:endParaRPr lang="fr-FR"/>
        </a:p>
      </dgm:t>
    </dgm:pt>
    <dgm:pt modelId="{FF6C3777-5E05-E241-8087-B267B8C1DE5E}" type="sibTrans" cxnId="{AA60E5AB-D8A9-204F-96FF-876BAC6FB2F5}">
      <dgm:prSet/>
      <dgm:spPr/>
      <dgm:t>
        <a:bodyPr/>
        <a:lstStyle/>
        <a:p>
          <a:endParaRPr lang="fr-FR"/>
        </a:p>
      </dgm:t>
    </dgm:pt>
    <dgm:pt modelId="{1F8C4E51-9FF4-0843-BD41-9BC049826E8B}">
      <dgm:prSet phldrT="[Texte]"/>
      <dgm:spPr/>
      <dgm:t>
        <a:bodyPr/>
        <a:lstStyle/>
        <a:p>
          <a:r>
            <a:rPr lang="fr-FR" dirty="0" err="1"/>
            <a:t>Iptables</a:t>
          </a:r>
          <a:endParaRPr lang="fr-FR" dirty="0"/>
        </a:p>
      </dgm:t>
    </dgm:pt>
    <dgm:pt modelId="{507E934A-06B0-D440-9447-D3112DA843BE}" type="parTrans" cxnId="{EACFC939-626C-154B-81A4-D09D14281CA0}">
      <dgm:prSet/>
      <dgm:spPr/>
      <dgm:t>
        <a:bodyPr/>
        <a:lstStyle/>
        <a:p>
          <a:endParaRPr lang="fr-FR"/>
        </a:p>
      </dgm:t>
    </dgm:pt>
    <dgm:pt modelId="{B4CB9AA9-D0D7-CF46-89F6-A5F3CF2A96D2}" type="sibTrans" cxnId="{EACFC939-626C-154B-81A4-D09D14281CA0}">
      <dgm:prSet/>
      <dgm:spPr/>
      <dgm:t>
        <a:bodyPr/>
        <a:lstStyle/>
        <a:p>
          <a:endParaRPr lang="fr-FR"/>
        </a:p>
      </dgm:t>
    </dgm:pt>
    <dgm:pt modelId="{3F9DA8EB-28C9-1F47-A504-B2F13A0F241F}" type="pres">
      <dgm:prSet presAssocID="{2D2A1F2B-6D60-A34D-A5CE-A10839AD7E86}" presName="Name0" presStyleCnt="0">
        <dgm:presLayoutVars>
          <dgm:dir/>
          <dgm:resizeHandles val="exact"/>
        </dgm:presLayoutVars>
      </dgm:prSet>
      <dgm:spPr/>
    </dgm:pt>
    <dgm:pt modelId="{D65B127C-0662-C04F-8160-936BB2C6B02C}" type="pres">
      <dgm:prSet presAssocID="{80AD6768-393D-B348-862F-20862693B825}" presName="node" presStyleLbl="node1" presStyleIdx="0" presStyleCnt="3">
        <dgm:presLayoutVars>
          <dgm:bulletEnabled val="1"/>
        </dgm:presLayoutVars>
      </dgm:prSet>
      <dgm:spPr/>
    </dgm:pt>
    <dgm:pt modelId="{2E48C9A6-5A0B-2B41-87E8-CF32896CE643}" type="pres">
      <dgm:prSet presAssocID="{5CF3436D-4FCA-7546-B07A-ECDF42B400C4}" presName="sibTrans" presStyleLbl="sibTrans2D1" presStyleIdx="0" presStyleCnt="2"/>
      <dgm:spPr/>
    </dgm:pt>
    <dgm:pt modelId="{34BD3AE5-7B57-8A41-A5C3-682FCBA7F578}" type="pres">
      <dgm:prSet presAssocID="{5CF3436D-4FCA-7546-B07A-ECDF42B400C4}" presName="connectorText" presStyleLbl="sibTrans2D1" presStyleIdx="0" presStyleCnt="2"/>
      <dgm:spPr/>
    </dgm:pt>
    <dgm:pt modelId="{E43CE066-8CA6-2243-8482-9471D688C0E7}" type="pres">
      <dgm:prSet presAssocID="{F53DF393-16C4-9040-9A96-8933CD8A0ADB}" presName="node" presStyleLbl="node1" presStyleIdx="1" presStyleCnt="3">
        <dgm:presLayoutVars>
          <dgm:bulletEnabled val="1"/>
        </dgm:presLayoutVars>
      </dgm:prSet>
      <dgm:spPr/>
    </dgm:pt>
    <dgm:pt modelId="{3986C5A2-7952-CA4E-9CDB-90524B2ED16B}" type="pres">
      <dgm:prSet presAssocID="{FF6C3777-5E05-E241-8087-B267B8C1DE5E}" presName="sibTrans" presStyleLbl="sibTrans2D1" presStyleIdx="1" presStyleCnt="2"/>
      <dgm:spPr/>
    </dgm:pt>
    <dgm:pt modelId="{6AD30B71-4928-CC4D-9D97-005266A4AA46}" type="pres">
      <dgm:prSet presAssocID="{FF6C3777-5E05-E241-8087-B267B8C1DE5E}" presName="connectorText" presStyleLbl="sibTrans2D1" presStyleIdx="1" presStyleCnt="2"/>
      <dgm:spPr/>
    </dgm:pt>
    <dgm:pt modelId="{22A2E96B-2738-4443-93F7-0F9D857F8B92}" type="pres">
      <dgm:prSet presAssocID="{1F8C4E51-9FF4-0843-BD41-9BC049826E8B}" presName="node" presStyleLbl="node1" presStyleIdx="2" presStyleCnt="3">
        <dgm:presLayoutVars>
          <dgm:bulletEnabled val="1"/>
        </dgm:presLayoutVars>
      </dgm:prSet>
      <dgm:spPr/>
    </dgm:pt>
  </dgm:ptLst>
  <dgm:cxnLst>
    <dgm:cxn modelId="{6A17C731-6A60-D141-9F98-AB2ABAD38649}" type="presOf" srcId="{5CF3436D-4FCA-7546-B07A-ECDF42B400C4}" destId="{34BD3AE5-7B57-8A41-A5C3-682FCBA7F578}" srcOrd="1" destOrd="0" presId="urn:microsoft.com/office/officeart/2005/8/layout/process1"/>
    <dgm:cxn modelId="{66BE2836-9BC9-FD42-A9DB-2D75B8D7CDFA}" type="presOf" srcId="{F53DF393-16C4-9040-9A96-8933CD8A0ADB}" destId="{E43CE066-8CA6-2243-8482-9471D688C0E7}" srcOrd="0" destOrd="0" presId="urn:microsoft.com/office/officeart/2005/8/layout/process1"/>
    <dgm:cxn modelId="{EACFC939-626C-154B-81A4-D09D14281CA0}" srcId="{2D2A1F2B-6D60-A34D-A5CE-A10839AD7E86}" destId="{1F8C4E51-9FF4-0843-BD41-9BC049826E8B}" srcOrd="2" destOrd="0" parTransId="{507E934A-06B0-D440-9447-D3112DA843BE}" sibTransId="{B4CB9AA9-D0D7-CF46-89F6-A5F3CF2A96D2}"/>
    <dgm:cxn modelId="{0F9AC059-77D1-9D42-BF3F-BC1DD6F2B075}" type="presOf" srcId="{2D2A1F2B-6D60-A34D-A5CE-A10839AD7E86}" destId="{3F9DA8EB-28C9-1F47-A504-B2F13A0F241F}" srcOrd="0" destOrd="0" presId="urn:microsoft.com/office/officeart/2005/8/layout/process1"/>
    <dgm:cxn modelId="{A62ED763-8EE5-B149-B07C-BFC2456EBD0D}" srcId="{2D2A1F2B-6D60-A34D-A5CE-A10839AD7E86}" destId="{80AD6768-393D-B348-862F-20862693B825}" srcOrd="0" destOrd="0" parTransId="{EDF3213A-CF7F-E649-98F3-696948B61FE0}" sibTransId="{5CF3436D-4FCA-7546-B07A-ECDF42B400C4}"/>
    <dgm:cxn modelId="{0E8CF29F-EF3C-BD4C-9E00-C7B0BE98D752}" type="presOf" srcId="{FF6C3777-5E05-E241-8087-B267B8C1DE5E}" destId="{6AD30B71-4928-CC4D-9D97-005266A4AA46}" srcOrd="1" destOrd="0" presId="urn:microsoft.com/office/officeart/2005/8/layout/process1"/>
    <dgm:cxn modelId="{562E83A3-BB39-4346-BF6D-8600FF43E8A9}" type="presOf" srcId="{1F8C4E51-9FF4-0843-BD41-9BC049826E8B}" destId="{22A2E96B-2738-4443-93F7-0F9D857F8B92}" srcOrd="0" destOrd="0" presId="urn:microsoft.com/office/officeart/2005/8/layout/process1"/>
    <dgm:cxn modelId="{AA60E5AB-D8A9-204F-96FF-876BAC6FB2F5}" srcId="{2D2A1F2B-6D60-A34D-A5CE-A10839AD7E86}" destId="{F53DF393-16C4-9040-9A96-8933CD8A0ADB}" srcOrd="1" destOrd="0" parTransId="{33C8B558-72B5-5744-ABD8-C7169AA45978}" sibTransId="{FF6C3777-5E05-E241-8087-B267B8C1DE5E}"/>
    <dgm:cxn modelId="{83BEB1EA-3595-5848-B3AB-D51762FDFAAF}" type="presOf" srcId="{FF6C3777-5E05-E241-8087-B267B8C1DE5E}" destId="{3986C5A2-7952-CA4E-9CDB-90524B2ED16B}" srcOrd="0" destOrd="0" presId="urn:microsoft.com/office/officeart/2005/8/layout/process1"/>
    <dgm:cxn modelId="{987FB7EC-7447-2343-AF4A-7D3A7F3A1EEC}" type="presOf" srcId="{5CF3436D-4FCA-7546-B07A-ECDF42B400C4}" destId="{2E48C9A6-5A0B-2B41-87E8-CF32896CE643}" srcOrd="0" destOrd="0" presId="urn:microsoft.com/office/officeart/2005/8/layout/process1"/>
    <dgm:cxn modelId="{16880CFE-1049-3642-9465-5DE1EA023BAF}" type="presOf" srcId="{80AD6768-393D-B348-862F-20862693B825}" destId="{D65B127C-0662-C04F-8160-936BB2C6B02C}" srcOrd="0" destOrd="0" presId="urn:microsoft.com/office/officeart/2005/8/layout/process1"/>
    <dgm:cxn modelId="{A107E420-CB46-3840-B25C-6D3BAD15E0CA}" type="presParOf" srcId="{3F9DA8EB-28C9-1F47-A504-B2F13A0F241F}" destId="{D65B127C-0662-C04F-8160-936BB2C6B02C}" srcOrd="0" destOrd="0" presId="urn:microsoft.com/office/officeart/2005/8/layout/process1"/>
    <dgm:cxn modelId="{75B94161-C3F2-764E-9BEC-83B03EBEF0FD}" type="presParOf" srcId="{3F9DA8EB-28C9-1F47-A504-B2F13A0F241F}" destId="{2E48C9A6-5A0B-2B41-87E8-CF32896CE643}" srcOrd="1" destOrd="0" presId="urn:microsoft.com/office/officeart/2005/8/layout/process1"/>
    <dgm:cxn modelId="{034B8EFE-08CE-1F45-B9D8-254F239DDD7D}" type="presParOf" srcId="{2E48C9A6-5A0B-2B41-87E8-CF32896CE643}" destId="{34BD3AE5-7B57-8A41-A5C3-682FCBA7F578}" srcOrd="0" destOrd="0" presId="urn:microsoft.com/office/officeart/2005/8/layout/process1"/>
    <dgm:cxn modelId="{10C6085E-73D2-2E42-878A-B3D3D47610FD}" type="presParOf" srcId="{3F9DA8EB-28C9-1F47-A504-B2F13A0F241F}" destId="{E43CE066-8CA6-2243-8482-9471D688C0E7}" srcOrd="2" destOrd="0" presId="urn:microsoft.com/office/officeart/2005/8/layout/process1"/>
    <dgm:cxn modelId="{616D3A62-9217-324E-84C7-96DF89F00CEA}" type="presParOf" srcId="{3F9DA8EB-28C9-1F47-A504-B2F13A0F241F}" destId="{3986C5A2-7952-CA4E-9CDB-90524B2ED16B}" srcOrd="3" destOrd="0" presId="urn:microsoft.com/office/officeart/2005/8/layout/process1"/>
    <dgm:cxn modelId="{F54E55D1-32AC-6247-9C6A-BD7B409882AB}" type="presParOf" srcId="{3986C5A2-7952-CA4E-9CDB-90524B2ED16B}" destId="{6AD30B71-4928-CC4D-9D97-005266A4AA46}" srcOrd="0" destOrd="0" presId="urn:microsoft.com/office/officeart/2005/8/layout/process1"/>
    <dgm:cxn modelId="{B57681ED-CF5C-BA44-AAF3-657DEFB26F22}" type="presParOf" srcId="{3F9DA8EB-28C9-1F47-A504-B2F13A0F241F}" destId="{22A2E96B-2738-4443-93F7-0F9D857F8B9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CD119-A476-F040-9442-68A39D99F5CB}">
      <dsp:nvSpPr>
        <dsp:cNvPr id="0" name=""/>
        <dsp:cNvSpPr/>
      </dsp:nvSpPr>
      <dsp:spPr>
        <a:xfrm>
          <a:off x="0" y="715435"/>
          <a:ext cx="4285673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97CCCE-9405-614A-BE48-BD91F7B496DA}">
      <dsp:nvSpPr>
        <dsp:cNvPr id="0" name=""/>
        <dsp:cNvSpPr/>
      </dsp:nvSpPr>
      <dsp:spPr>
        <a:xfrm>
          <a:off x="214283" y="390715"/>
          <a:ext cx="2999971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392" tIns="0" rIns="11339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Denial of service </a:t>
          </a:r>
          <a:r>
            <a:rPr lang="fr-FR" sz="2200" kern="1200" dirty="0" err="1"/>
            <a:t>attack</a:t>
          </a:r>
          <a:endParaRPr lang="fr-FR" sz="2200" kern="1200" dirty="0"/>
        </a:p>
      </dsp:txBody>
      <dsp:txXfrm>
        <a:off x="245986" y="422418"/>
        <a:ext cx="2936565" cy="586034"/>
      </dsp:txXfrm>
    </dsp:sp>
    <dsp:sp modelId="{42D74A24-15B6-1346-9E9B-57DFF08C6E21}">
      <dsp:nvSpPr>
        <dsp:cNvPr id="0" name=""/>
        <dsp:cNvSpPr/>
      </dsp:nvSpPr>
      <dsp:spPr>
        <a:xfrm>
          <a:off x="0" y="1713355"/>
          <a:ext cx="4285673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8D912-49F8-F14B-8849-C8A67C3376ED}">
      <dsp:nvSpPr>
        <dsp:cNvPr id="0" name=""/>
        <dsp:cNvSpPr/>
      </dsp:nvSpPr>
      <dsp:spPr>
        <a:xfrm>
          <a:off x="214283" y="1388635"/>
          <a:ext cx="2999971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392" tIns="0" rIns="11339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 err="1"/>
            <a:t>Deauth</a:t>
          </a:r>
          <a:r>
            <a:rPr lang="fr-FR" sz="2200" kern="1200" dirty="0"/>
            <a:t> </a:t>
          </a:r>
          <a:r>
            <a:rPr lang="fr-FR" sz="2200" kern="1200" dirty="0" err="1"/>
            <a:t>attack</a:t>
          </a:r>
          <a:endParaRPr lang="fr-FR" sz="2200" kern="1200" dirty="0"/>
        </a:p>
      </dsp:txBody>
      <dsp:txXfrm>
        <a:off x="245986" y="1420338"/>
        <a:ext cx="2936565" cy="586034"/>
      </dsp:txXfrm>
    </dsp:sp>
    <dsp:sp modelId="{1E607BF7-1C4E-C246-BE2E-07E9627DAC36}">
      <dsp:nvSpPr>
        <dsp:cNvPr id="0" name=""/>
        <dsp:cNvSpPr/>
      </dsp:nvSpPr>
      <dsp:spPr>
        <a:xfrm>
          <a:off x="0" y="2711275"/>
          <a:ext cx="4285673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2ED76-C855-294A-B148-AB7F9258957C}">
      <dsp:nvSpPr>
        <dsp:cNvPr id="0" name=""/>
        <dsp:cNvSpPr/>
      </dsp:nvSpPr>
      <dsp:spPr>
        <a:xfrm>
          <a:off x="214283" y="2386554"/>
          <a:ext cx="2999971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392" tIns="0" rIns="11339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 err="1"/>
            <a:t>WiFi</a:t>
          </a:r>
          <a:r>
            <a:rPr lang="fr-FR" sz="2200" kern="1200" dirty="0"/>
            <a:t> </a:t>
          </a:r>
          <a:r>
            <a:rPr lang="fr-FR" sz="2200" kern="1200" dirty="0" err="1"/>
            <a:t>Jamming</a:t>
          </a:r>
          <a:endParaRPr lang="fr-FR" sz="2200" kern="1200" dirty="0"/>
        </a:p>
      </dsp:txBody>
      <dsp:txXfrm>
        <a:off x="245986" y="2418257"/>
        <a:ext cx="2936565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B127C-0662-C04F-8160-936BB2C6B02C}">
      <dsp:nvSpPr>
        <dsp:cNvPr id="0" name=""/>
        <dsp:cNvSpPr/>
      </dsp:nvSpPr>
      <dsp:spPr>
        <a:xfrm>
          <a:off x="5299" y="1657297"/>
          <a:ext cx="1583904" cy="95034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 err="1"/>
            <a:t>Hostapd</a:t>
          </a:r>
          <a:endParaRPr lang="fr-FR" sz="2700" kern="1200" dirty="0"/>
        </a:p>
      </dsp:txBody>
      <dsp:txXfrm>
        <a:off x="33134" y="1685132"/>
        <a:ext cx="1528234" cy="894672"/>
      </dsp:txXfrm>
    </dsp:sp>
    <dsp:sp modelId="{2E48C9A6-5A0B-2B41-87E8-CF32896CE643}">
      <dsp:nvSpPr>
        <dsp:cNvPr id="0" name=""/>
        <dsp:cNvSpPr/>
      </dsp:nvSpPr>
      <dsp:spPr>
        <a:xfrm>
          <a:off x="1747594" y="1936064"/>
          <a:ext cx="335787" cy="3928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1747594" y="2014626"/>
        <a:ext cx="235051" cy="235684"/>
      </dsp:txXfrm>
    </dsp:sp>
    <dsp:sp modelId="{E43CE066-8CA6-2243-8482-9471D688C0E7}">
      <dsp:nvSpPr>
        <dsp:cNvPr id="0" name=""/>
        <dsp:cNvSpPr/>
      </dsp:nvSpPr>
      <dsp:spPr>
        <a:xfrm>
          <a:off x="2222765" y="1657297"/>
          <a:ext cx="1583904" cy="95034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 err="1"/>
            <a:t>Dnsmasq</a:t>
          </a:r>
          <a:endParaRPr lang="fr-FR" sz="2700" kern="1200" dirty="0"/>
        </a:p>
      </dsp:txBody>
      <dsp:txXfrm>
        <a:off x="2250600" y="1685132"/>
        <a:ext cx="1528234" cy="894672"/>
      </dsp:txXfrm>
    </dsp:sp>
    <dsp:sp modelId="{3986C5A2-7952-CA4E-9CDB-90524B2ED16B}">
      <dsp:nvSpPr>
        <dsp:cNvPr id="0" name=""/>
        <dsp:cNvSpPr/>
      </dsp:nvSpPr>
      <dsp:spPr>
        <a:xfrm>
          <a:off x="3965060" y="1936064"/>
          <a:ext cx="335787" cy="3928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3965060" y="2014626"/>
        <a:ext cx="235051" cy="235684"/>
      </dsp:txXfrm>
    </dsp:sp>
    <dsp:sp modelId="{22A2E96B-2738-4443-93F7-0F9D857F8B92}">
      <dsp:nvSpPr>
        <dsp:cNvPr id="0" name=""/>
        <dsp:cNvSpPr/>
      </dsp:nvSpPr>
      <dsp:spPr>
        <a:xfrm>
          <a:off x="4440231" y="1657297"/>
          <a:ext cx="1583904" cy="95034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 err="1"/>
            <a:t>Iptables</a:t>
          </a:r>
          <a:endParaRPr lang="fr-FR" sz="2700" kern="1200" dirty="0"/>
        </a:p>
      </dsp:txBody>
      <dsp:txXfrm>
        <a:off x="4468066" y="1685132"/>
        <a:ext cx="1528234" cy="894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34B78-4867-4068-811A-FFD0014DC9BC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BF06A-5792-488E-AF15-96090022C2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817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BF06A-5792-488E-AF15-96090022C21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2255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7_Custom Layout">
    <p:bg>
      <p:bgPr>
        <a:solidFill>
          <a:srgbClr val="FB7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18710EAB-5567-49A2-9AC0-0BF4C723C4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6688" y="-217039"/>
            <a:ext cx="7278624" cy="7292078"/>
          </a:xfrm>
          <a:prstGeom prst="rect">
            <a:avLst/>
          </a:prstGeom>
        </p:spPr>
      </p:pic>
      <p:pic>
        <p:nvPicPr>
          <p:cNvPr id="4" name="Graphique 2">
            <a:extLst>
              <a:ext uri="{FF2B5EF4-FFF2-40B4-BE49-F238E27FC236}">
                <a16:creationId xmlns:a16="http://schemas.microsoft.com/office/drawing/2014/main" id="{D4619E8D-375F-4EA9-A631-37927B0993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4476" y="2519068"/>
            <a:ext cx="5503569" cy="16829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C14112-6392-4A2F-A693-C2725B372639}"/>
              </a:ext>
            </a:extLst>
          </p:cNvPr>
          <p:cNvSpPr txBox="1"/>
          <p:nvPr userDrawn="1"/>
        </p:nvSpPr>
        <p:spPr>
          <a:xfrm>
            <a:off x="1590675" y="4687753"/>
            <a:ext cx="4290288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cybersécurité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aussi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le savoir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n’a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valeur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que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il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est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partagé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fr-FR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F1A7E3-3D74-42BA-8382-7390BFCACA36}"/>
              </a:ext>
            </a:extLst>
          </p:cNvPr>
          <p:cNvSpPr txBox="1"/>
          <p:nvPr userDrawn="1"/>
        </p:nvSpPr>
        <p:spPr>
          <a:xfrm>
            <a:off x="6352035" y="4687753"/>
            <a:ext cx="4369737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 Cybersecurity too, knowledge only increases in value once shared.</a:t>
            </a:r>
            <a:endParaRPr lang="fr-FR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ZoneTexte 3">
            <a:extLst>
              <a:ext uri="{FF2B5EF4-FFF2-40B4-BE49-F238E27FC236}">
                <a16:creationId xmlns:a16="http://schemas.microsoft.com/office/drawing/2014/main" id="{F580511E-AA4B-4C17-B72F-4F706CC68CB5}"/>
              </a:ext>
            </a:extLst>
          </p:cNvPr>
          <p:cNvSpPr txBox="1"/>
          <p:nvPr userDrawn="1"/>
        </p:nvSpPr>
        <p:spPr>
          <a:xfrm>
            <a:off x="8919127" y="6280377"/>
            <a:ext cx="2904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www.wocsa.org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84D6972-3002-46CD-82CB-DAACBCDB1B56}"/>
              </a:ext>
            </a:extLst>
          </p:cNvPr>
          <p:cNvCxnSpPr/>
          <p:nvPr userDrawn="1"/>
        </p:nvCxnSpPr>
        <p:spPr>
          <a:xfrm>
            <a:off x="6105525" y="4744903"/>
            <a:ext cx="0" cy="48145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291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0ED15-1424-4D0C-BC20-5211FDBA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270" y="908305"/>
            <a:ext cx="9210675" cy="61092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B7023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72D938-D7DA-42D0-B674-C732D8303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270" y="1732869"/>
            <a:ext cx="9982200" cy="4351338"/>
          </a:xfrm>
        </p:spPr>
        <p:txBody>
          <a:bodyPr anchor="ctr"/>
          <a:lstStyle>
            <a:lvl1pPr marL="339725" indent="-339725"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1pPr>
            <a:lvl2pPr marL="801688" indent="-344488">
              <a:buClr>
                <a:schemeClr val="accent2"/>
              </a:buClr>
              <a:buFont typeface="Arial" panose="020B0604020202020204" pitchFamily="34" charset="0"/>
              <a:buChar char="•"/>
              <a:defRPr sz="2200"/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B96AE08-9AF9-4953-8CAF-1BD7E356F271}"/>
              </a:ext>
            </a:extLst>
          </p:cNvPr>
          <p:cNvCxnSpPr>
            <a:cxnSpLocks/>
          </p:cNvCxnSpPr>
          <p:nvPr userDrawn="1"/>
        </p:nvCxnSpPr>
        <p:spPr>
          <a:xfrm>
            <a:off x="0" y="528428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8778EA73-665F-4843-AF4E-A1EDA1AD5576}"/>
              </a:ext>
            </a:extLst>
          </p:cNvPr>
          <p:cNvSpPr txBox="1">
            <a:spLocks/>
          </p:cNvSpPr>
          <p:nvPr userDrawn="1"/>
        </p:nvSpPr>
        <p:spPr>
          <a:xfrm>
            <a:off x="11197470" y="168591"/>
            <a:ext cx="830839" cy="23891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704C5948-0FF0-4009-AFAE-12137419FA48}" type="slidenum">
              <a:rPr lang="fr-FR" sz="9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l"/>
              <a:t>‹N°›</a:t>
            </a:fld>
            <a:endParaRPr lang="fr-FR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BEF9D138-7813-4448-8000-D30133C50E30}"/>
              </a:ext>
            </a:extLst>
          </p:cNvPr>
          <p:cNvCxnSpPr>
            <a:cxnSpLocks/>
          </p:cNvCxnSpPr>
          <p:nvPr userDrawn="1"/>
        </p:nvCxnSpPr>
        <p:spPr>
          <a:xfrm>
            <a:off x="10812694" y="0"/>
            <a:ext cx="0" cy="528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15F0211-8A21-401E-9EA2-8503FF3C4EC3}"/>
              </a:ext>
            </a:extLst>
          </p:cNvPr>
          <p:cNvCxnSpPr>
            <a:cxnSpLocks/>
          </p:cNvCxnSpPr>
          <p:nvPr userDrawn="1"/>
        </p:nvCxnSpPr>
        <p:spPr>
          <a:xfrm>
            <a:off x="680662" y="0"/>
            <a:ext cx="0" cy="6858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Espace réservé de la date 2">
            <a:extLst>
              <a:ext uri="{FF2B5EF4-FFF2-40B4-BE49-F238E27FC236}">
                <a16:creationId xmlns:a16="http://schemas.microsoft.com/office/drawing/2014/main" id="{07C1B8FA-CCA2-461E-BD32-332E709B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0297" y="166846"/>
            <a:ext cx="1462305" cy="240657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7A9B5F39-02D6-4029-AA5C-D13998A25B2A}" type="datetime1">
              <a:rPr lang="fr-FR" smtClean="0"/>
              <a:t>13/03/2026</a:t>
            </a:fld>
            <a:endParaRPr lang="fr-FR" dirty="0"/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7EB66E08-AD06-46F4-9264-75C53498A42F}"/>
              </a:ext>
            </a:extLst>
          </p:cNvPr>
          <p:cNvCxnSpPr>
            <a:cxnSpLocks/>
          </p:cNvCxnSpPr>
          <p:nvPr userDrawn="1"/>
        </p:nvCxnSpPr>
        <p:spPr>
          <a:xfrm>
            <a:off x="9254101" y="0"/>
            <a:ext cx="0" cy="528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C0C40262-0E2E-457F-BB40-C9EC6D269D31}"/>
              </a:ext>
            </a:extLst>
          </p:cNvPr>
          <p:cNvCxnSpPr>
            <a:cxnSpLocks/>
          </p:cNvCxnSpPr>
          <p:nvPr userDrawn="1"/>
        </p:nvCxnSpPr>
        <p:spPr>
          <a:xfrm>
            <a:off x="0" y="6297852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823AA212-94FC-46A8-9B78-8AC92E9EEE38}"/>
              </a:ext>
            </a:extLst>
          </p:cNvPr>
          <p:cNvCxnSpPr>
            <a:cxnSpLocks/>
          </p:cNvCxnSpPr>
          <p:nvPr userDrawn="1"/>
        </p:nvCxnSpPr>
        <p:spPr>
          <a:xfrm>
            <a:off x="10712001" y="6297852"/>
            <a:ext cx="0" cy="5601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5B37F-FEDC-44F6-B144-F4A5696A73D8}"/>
              </a:ext>
            </a:extLst>
          </p:cNvPr>
          <p:cNvSpPr/>
          <p:nvPr userDrawn="1"/>
        </p:nvSpPr>
        <p:spPr>
          <a:xfrm>
            <a:off x="1314451" y="528428"/>
            <a:ext cx="1151164" cy="783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78B3FBED-312C-4B97-883C-35428D31282F}"/>
              </a:ext>
            </a:extLst>
          </p:cNvPr>
          <p:cNvCxnSpPr>
            <a:cxnSpLocks/>
          </p:cNvCxnSpPr>
          <p:nvPr userDrawn="1"/>
        </p:nvCxnSpPr>
        <p:spPr>
          <a:xfrm>
            <a:off x="7791791" y="0"/>
            <a:ext cx="0" cy="528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ECCC0A3C-04FD-49CB-A08E-75BE886CF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3964" y="6356350"/>
            <a:ext cx="4114800" cy="365125"/>
          </a:xfrm>
        </p:spPr>
        <p:txBody>
          <a:bodyPr/>
          <a:lstStyle/>
          <a:p>
            <a:r>
              <a:rPr lang="en-US"/>
              <a:t>Copyright ©2023 WOCSA – All rights reserved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3170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bg>
      <p:bgPr>
        <a:solidFill>
          <a:srgbClr val="FB7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CB91B6-EB48-4947-BBE2-F8766350F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4451" y="2138683"/>
            <a:ext cx="9975850" cy="3768957"/>
          </a:xfrm>
        </p:spPr>
        <p:txBody>
          <a:bodyPr numCol="2"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0F21F2E4-B1C3-48CF-9855-880B57FDE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1" y="732675"/>
            <a:ext cx="9975850" cy="1137221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06BE22F-5BFB-4CF4-B702-30184CE3091E}"/>
              </a:ext>
            </a:extLst>
          </p:cNvPr>
          <p:cNvCxnSpPr>
            <a:cxnSpLocks/>
          </p:cNvCxnSpPr>
          <p:nvPr userDrawn="1"/>
        </p:nvCxnSpPr>
        <p:spPr>
          <a:xfrm>
            <a:off x="680662" y="0"/>
            <a:ext cx="0" cy="6858000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F0DA16C-5640-45C8-BC67-8E765E5ADAFB}"/>
              </a:ext>
            </a:extLst>
          </p:cNvPr>
          <p:cNvCxnSpPr>
            <a:cxnSpLocks/>
          </p:cNvCxnSpPr>
          <p:nvPr userDrawn="1"/>
        </p:nvCxnSpPr>
        <p:spPr>
          <a:xfrm>
            <a:off x="0" y="6297852"/>
            <a:ext cx="12192000" cy="0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0C5AAC78-E86A-4B67-ADE6-97C236DD9757}"/>
              </a:ext>
            </a:extLst>
          </p:cNvPr>
          <p:cNvCxnSpPr>
            <a:cxnSpLocks/>
          </p:cNvCxnSpPr>
          <p:nvPr userDrawn="1"/>
        </p:nvCxnSpPr>
        <p:spPr>
          <a:xfrm>
            <a:off x="10712001" y="6297852"/>
            <a:ext cx="0" cy="560148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C3DBF69-2866-4257-9F4C-14F8EE41D1D6}"/>
              </a:ext>
            </a:extLst>
          </p:cNvPr>
          <p:cNvSpPr/>
          <p:nvPr userDrawn="1"/>
        </p:nvSpPr>
        <p:spPr>
          <a:xfrm>
            <a:off x="1314451" y="528428"/>
            <a:ext cx="1151164" cy="78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space réservé du pied de page 4">
            <a:extLst>
              <a:ext uri="{FF2B5EF4-FFF2-40B4-BE49-F238E27FC236}">
                <a16:creationId xmlns:a16="http://schemas.microsoft.com/office/drawing/2014/main" id="{84D80078-B010-40D2-9B4C-DA76D1220573}"/>
              </a:ext>
            </a:extLst>
          </p:cNvPr>
          <p:cNvSpPr txBox="1">
            <a:spLocks/>
          </p:cNvSpPr>
          <p:nvPr userDrawn="1"/>
        </p:nvSpPr>
        <p:spPr>
          <a:xfrm>
            <a:off x="1148220" y="6376195"/>
            <a:ext cx="45298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bg1"/>
                </a:solidFill>
              </a:rPr>
              <a:t>Copyright ©2020 WOCSA – All rights reserved</a:t>
            </a:r>
            <a:r>
              <a:rPr lang="fr-FR" sz="9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93316255-3B8E-4015-8895-EB0DC157FA71}"/>
              </a:ext>
            </a:extLst>
          </p:cNvPr>
          <p:cNvCxnSpPr>
            <a:cxnSpLocks/>
          </p:cNvCxnSpPr>
          <p:nvPr userDrawn="1"/>
        </p:nvCxnSpPr>
        <p:spPr>
          <a:xfrm>
            <a:off x="0" y="528428"/>
            <a:ext cx="12192000" cy="0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E0DB66C-10B3-4160-9FD8-B689643C46BD}"/>
              </a:ext>
            </a:extLst>
          </p:cNvPr>
          <p:cNvCxnSpPr>
            <a:cxnSpLocks/>
          </p:cNvCxnSpPr>
          <p:nvPr userDrawn="1"/>
        </p:nvCxnSpPr>
        <p:spPr>
          <a:xfrm>
            <a:off x="10812694" y="0"/>
            <a:ext cx="0" cy="528428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6C64F320-5315-4B1B-A1F6-6D84F71D25EE}"/>
              </a:ext>
            </a:extLst>
          </p:cNvPr>
          <p:cNvCxnSpPr>
            <a:cxnSpLocks/>
          </p:cNvCxnSpPr>
          <p:nvPr userDrawn="1"/>
        </p:nvCxnSpPr>
        <p:spPr>
          <a:xfrm>
            <a:off x="9254101" y="0"/>
            <a:ext cx="0" cy="528428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4AF1C970-5F7F-4402-A8CF-A7C2CA6B6B80}"/>
              </a:ext>
            </a:extLst>
          </p:cNvPr>
          <p:cNvCxnSpPr>
            <a:cxnSpLocks/>
          </p:cNvCxnSpPr>
          <p:nvPr userDrawn="1"/>
        </p:nvCxnSpPr>
        <p:spPr>
          <a:xfrm>
            <a:off x="7791791" y="0"/>
            <a:ext cx="0" cy="528428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Espace réservé du numéro de diapositive 5">
            <a:extLst>
              <a:ext uri="{FF2B5EF4-FFF2-40B4-BE49-F238E27FC236}">
                <a16:creationId xmlns:a16="http://schemas.microsoft.com/office/drawing/2014/main" id="{10C1A306-F3C8-490A-8911-7F14CD2B4BE3}"/>
              </a:ext>
            </a:extLst>
          </p:cNvPr>
          <p:cNvSpPr txBox="1">
            <a:spLocks/>
          </p:cNvSpPr>
          <p:nvPr userDrawn="1"/>
        </p:nvSpPr>
        <p:spPr>
          <a:xfrm>
            <a:off x="11197470" y="168591"/>
            <a:ext cx="830839" cy="23891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704C5948-0FF0-4009-AFAE-12137419FA48}" type="slidenum">
              <a:rPr lang="fr-FR" sz="9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l"/>
              <a:t>‹N°›</a:t>
            </a:fld>
            <a:endParaRPr lang="fr-FR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4EDB0-2613-49DF-A436-DCEB2787E5A6}"/>
              </a:ext>
            </a:extLst>
          </p:cNvPr>
          <p:cNvSpPr/>
          <p:nvPr userDrawn="1"/>
        </p:nvSpPr>
        <p:spPr>
          <a:xfrm>
            <a:off x="10812694" y="6343650"/>
            <a:ext cx="1145523" cy="514349"/>
          </a:xfrm>
          <a:prstGeom prst="rect">
            <a:avLst/>
          </a:prstGeom>
          <a:solidFill>
            <a:srgbClr val="FB7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9" name="Image 12" descr="Une image contenant dessin&#10;&#10;Description générée automatiquement">
            <a:extLst>
              <a:ext uri="{FF2B5EF4-FFF2-40B4-BE49-F238E27FC236}">
                <a16:creationId xmlns:a16="http://schemas.microsoft.com/office/drawing/2014/main" id="{2C92E510-E9FF-4CBE-A263-DF7FBBCCC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5328" y="6427285"/>
            <a:ext cx="791051" cy="26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44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que 22">
            <a:extLst>
              <a:ext uri="{FF2B5EF4-FFF2-40B4-BE49-F238E27FC236}">
                <a16:creationId xmlns:a16="http://schemas.microsoft.com/office/drawing/2014/main" id="{F1585842-7FED-4EF3-AEDE-955CE74A22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503229" y="141335"/>
            <a:ext cx="6454653" cy="64665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62E3E7-35F1-4E06-9F1A-4CE1B83781CB}"/>
              </a:ext>
            </a:extLst>
          </p:cNvPr>
          <p:cNvSpPr/>
          <p:nvPr userDrawn="1"/>
        </p:nvSpPr>
        <p:spPr>
          <a:xfrm>
            <a:off x="0" y="0"/>
            <a:ext cx="680659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1F3E7B-4D5C-4043-8B4A-03FB7DD3E2DE}"/>
              </a:ext>
            </a:extLst>
          </p:cNvPr>
          <p:cNvSpPr/>
          <p:nvPr userDrawn="1"/>
        </p:nvSpPr>
        <p:spPr>
          <a:xfrm>
            <a:off x="892629" y="6297851"/>
            <a:ext cx="8757390" cy="44029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fr-FR" dirty="0"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0E07D760-C48B-4D9C-82EC-D5809C0CBD91}"/>
              </a:ext>
            </a:extLst>
          </p:cNvPr>
          <p:cNvSpPr txBox="1">
            <a:spLocks/>
          </p:cNvSpPr>
          <p:nvPr userDrawn="1"/>
        </p:nvSpPr>
        <p:spPr>
          <a:xfrm>
            <a:off x="1148220" y="6376195"/>
            <a:ext cx="45298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Copyright ©2020 WOCSA – All rights reserved</a:t>
            </a:r>
            <a:r>
              <a:rPr lang="fr-F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0F21F2E4-B1C3-48CF-9855-880B57FDE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270" y="2919045"/>
            <a:ext cx="9975850" cy="1137221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64780070-AA6D-404D-BE47-1FA6C9EED690}"/>
              </a:ext>
            </a:extLst>
          </p:cNvPr>
          <p:cNvCxnSpPr>
            <a:cxnSpLocks/>
          </p:cNvCxnSpPr>
          <p:nvPr userDrawn="1"/>
        </p:nvCxnSpPr>
        <p:spPr>
          <a:xfrm>
            <a:off x="680662" y="0"/>
            <a:ext cx="0" cy="6858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85EEC2BC-F5B1-4BB9-B02F-90165B9FAFA4}"/>
              </a:ext>
            </a:extLst>
          </p:cNvPr>
          <p:cNvCxnSpPr>
            <a:cxnSpLocks/>
          </p:cNvCxnSpPr>
          <p:nvPr userDrawn="1"/>
        </p:nvCxnSpPr>
        <p:spPr>
          <a:xfrm>
            <a:off x="0" y="6297852"/>
            <a:ext cx="12192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A5390426-6A25-4518-84D5-35DAB0CE394B}"/>
              </a:ext>
            </a:extLst>
          </p:cNvPr>
          <p:cNvCxnSpPr>
            <a:cxnSpLocks/>
          </p:cNvCxnSpPr>
          <p:nvPr userDrawn="1"/>
        </p:nvCxnSpPr>
        <p:spPr>
          <a:xfrm>
            <a:off x="10712001" y="6297852"/>
            <a:ext cx="0" cy="56014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7A3B2AD3-8548-455E-9E36-C24740E0F944}"/>
              </a:ext>
            </a:extLst>
          </p:cNvPr>
          <p:cNvCxnSpPr>
            <a:cxnSpLocks/>
          </p:cNvCxnSpPr>
          <p:nvPr userDrawn="1"/>
        </p:nvCxnSpPr>
        <p:spPr>
          <a:xfrm>
            <a:off x="0" y="528428"/>
            <a:ext cx="12192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Espace réservé du numéro de diapositive 5">
            <a:extLst>
              <a:ext uri="{FF2B5EF4-FFF2-40B4-BE49-F238E27FC236}">
                <a16:creationId xmlns:a16="http://schemas.microsoft.com/office/drawing/2014/main" id="{E60A3929-0D1C-4757-9FAF-92F4A68127CB}"/>
              </a:ext>
            </a:extLst>
          </p:cNvPr>
          <p:cNvSpPr txBox="1">
            <a:spLocks/>
          </p:cNvSpPr>
          <p:nvPr userDrawn="1"/>
        </p:nvSpPr>
        <p:spPr>
          <a:xfrm>
            <a:off x="11301273" y="173207"/>
            <a:ext cx="734123" cy="32781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704C5948-0FF0-4009-AFAE-12137419FA48}" type="slidenum">
              <a:rPr lang="fr-FR" sz="9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l"/>
              <a:t>‹N°›</a:t>
            </a:fld>
            <a:r>
              <a:rPr lang="fr-F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02EB782-42FB-4DEA-82E8-4696E807BEE7}"/>
              </a:ext>
            </a:extLst>
          </p:cNvPr>
          <p:cNvCxnSpPr>
            <a:cxnSpLocks/>
          </p:cNvCxnSpPr>
          <p:nvPr userDrawn="1"/>
        </p:nvCxnSpPr>
        <p:spPr>
          <a:xfrm>
            <a:off x="10812694" y="0"/>
            <a:ext cx="0" cy="52842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Espace réservé de la date 2">
            <a:extLst>
              <a:ext uri="{FF2B5EF4-FFF2-40B4-BE49-F238E27FC236}">
                <a16:creationId xmlns:a16="http://schemas.microsoft.com/office/drawing/2014/main" id="{EEC0D778-BA60-4907-9450-464FA068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10060" y="176624"/>
            <a:ext cx="1433166" cy="231948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933D2C3A-D60A-4846-A3AE-F927284E078E}" type="datetime1">
              <a:rPr lang="fr-FR" smtClean="0"/>
              <a:t>13/03/2026</a:t>
            </a:fld>
            <a:endParaRPr lang="fr-FR" dirty="0"/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E70743-9AA8-403F-8899-4BFA3EACA908}"/>
              </a:ext>
            </a:extLst>
          </p:cNvPr>
          <p:cNvCxnSpPr>
            <a:cxnSpLocks/>
          </p:cNvCxnSpPr>
          <p:nvPr userDrawn="1"/>
        </p:nvCxnSpPr>
        <p:spPr>
          <a:xfrm>
            <a:off x="9254101" y="35512"/>
            <a:ext cx="0" cy="52842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A794EE7-27A8-4D28-8428-9751AF0D7787}"/>
              </a:ext>
            </a:extLst>
          </p:cNvPr>
          <p:cNvSpPr/>
          <p:nvPr userDrawn="1"/>
        </p:nvSpPr>
        <p:spPr>
          <a:xfrm>
            <a:off x="1314451" y="528428"/>
            <a:ext cx="1151164" cy="783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B4B5DC3F-5A3E-4AE5-92B7-7A2A074A6FE1}"/>
              </a:ext>
            </a:extLst>
          </p:cNvPr>
          <p:cNvCxnSpPr>
            <a:cxnSpLocks/>
          </p:cNvCxnSpPr>
          <p:nvPr userDrawn="1"/>
        </p:nvCxnSpPr>
        <p:spPr>
          <a:xfrm>
            <a:off x="7791791" y="0"/>
            <a:ext cx="0" cy="52842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6F8199F-7102-415E-BC1D-B985EA8D6760}"/>
              </a:ext>
            </a:extLst>
          </p:cNvPr>
          <p:cNvSpPr/>
          <p:nvPr userDrawn="1"/>
        </p:nvSpPr>
        <p:spPr>
          <a:xfrm>
            <a:off x="10812694" y="6385073"/>
            <a:ext cx="1154399" cy="472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 descr="Une image contenant dessin&#10;&#10;Description générée automatiquement">
            <a:extLst>
              <a:ext uri="{FF2B5EF4-FFF2-40B4-BE49-F238E27FC236}">
                <a16:creationId xmlns:a16="http://schemas.microsoft.com/office/drawing/2014/main" id="{8F838F6D-9A3C-4D54-A511-7B6663BAD1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5328" y="6418407"/>
            <a:ext cx="791051" cy="26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92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EB0D-0C60-4524-A18E-3C2D71AD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EADF8-31D2-4D3E-B7BB-5C18F4C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5A267-D632-4FE8-AC07-F10CF54ED0D3}" type="datetime1">
              <a:rPr lang="fr-FR" smtClean="0"/>
              <a:t>13/03/2026</a:t>
            </a:fld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495CB-DAC1-403B-9615-958033EC3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©2023 WOCSA – All rights reserved  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BC255-FB0C-4D8C-A7F7-56E10861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04DF-A3C9-42D9-9E6E-22511411095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879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41DCF9-EE08-40C7-BB03-5EF5577E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3" y="1056570"/>
            <a:ext cx="10067926" cy="569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CC1F0E-57CB-4C20-B81A-1AEEC2680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874" y="1825625"/>
            <a:ext cx="10067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 Cliquez pour modifier les styles du texte du masque</a:t>
            </a:r>
          </a:p>
          <a:p>
            <a:pPr lvl="1"/>
            <a:r>
              <a:rPr lang="fr-FR" dirty="0"/>
              <a:t> 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8" name="Image 7" descr="Une image contenant dessin&#10;&#10;Description générée automatiquement">
            <a:extLst>
              <a:ext uri="{FF2B5EF4-FFF2-40B4-BE49-F238E27FC236}">
                <a16:creationId xmlns:a16="http://schemas.microsoft.com/office/drawing/2014/main" id="{C0608368-84C7-4C1A-902D-90E45DF8A31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799" y="6405209"/>
            <a:ext cx="1020536" cy="342900"/>
          </a:xfrm>
          <a:prstGeom prst="rect">
            <a:avLst/>
          </a:prstGeom>
        </p:spPr>
      </p:pic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D86FAAF5-5DDE-49E9-B008-5C2BBCE1B600}"/>
              </a:ext>
            </a:extLst>
          </p:cNvPr>
          <p:cNvSpPr txBox="1">
            <a:spLocks/>
          </p:cNvSpPr>
          <p:nvPr userDrawn="1"/>
        </p:nvSpPr>
        <p:spPr>
          <a:xfrm>
            <a:off x="9210579" y="90484"/>
            <a:ext cx="15757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www.wocsa.org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2E8BA-D399-4EF2-B720-1BBFF8E31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8249" y="119967"/>
            <a:ext cx="10703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FF9DD243-5EBD-4210-AB4E-E1AD96BAE7A1}" type="datetime1">
              <a:rPr lang="fr-FR" smtClean="0"/>
              <a:t>13/03/2026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3CB2E-3628-4A8C-A218-4DAAEB6C3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396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Copyright ©2023 WOCSA – All rights reserved  </a:t>
            </a:r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8849E-69A1-4855-9BB3-2FB2F724C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6369" y="118767"/>
            <a:ext cx="567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651904DF-A3C9-42D9-9E6E-22511411095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102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51" r:id="rId3"/>
    <p:sldLayoutId id="2147483661" r:id="rId4"/>
    <p:sldLayoutId id="2147483662" r:id="rId5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Roboto" panose="02000000000000000000" pitchFamily="2" charset="0"/>
        <a:buChar char="—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Roboto" panose="02000000000000000000" pitchFamily="2" charset="0"/>
        <a:buChar char="—"/>
        <a:defRPr sz="22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Roboto" panose="02000000000000000000" pitchFamily="2" charset="0"/>
        <a:buChar char="—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Roboto" panose="02000000000000000000" pitchFamily="2" charset="0"/>
        <a:buChar char="—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Roboto" panose="02000000000000000000" pitchFamily="2" charset="0"/>
        <a:buChar char="—"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slideLayout" Target="../slideLayouts/slideLayout2.xml"/><Relationship Id="rId7" Type="http://schemas.openxmlformats.org/officeDocument/2006/relationships/diagramData" Target="../diagrams/data1.xml"/><Relationship Id="rId12" Type="http://schemas.openxmlformats.org/officeDocument/2006/relationships/image" Target="../media/image9.jp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hyperlink" Target="https://www.youtube.com/@WOCSA-rx2mn" TargetMode="External"/><Relationship Id="rId11" Type="http://schemas.microsoft.com/office/2007/relationships/diagramDrawing" Target="../diagrams/drawing1.xml"/><Relationship Id="rId5" Type="http://schemas.openxmlformats.org/officeDocument/2006/relationships/hyperlink" Target="https://www.linkedin.com/company/wocsa/" TargetMode="External"/><Relationship Id="rId10" Type="http://schemas.openxmlformats.org/officeDocument/2006/relationships/diagramColors" Target="../diagrams/colors1.xml"/><Relationship Id="rId4" Type="http://schemas.openxmlformats.org/officeDocument/2006/relationships/hyperlink" Target="https://github.com/wocsa" TargetMode="External"/><Relationship Id="rId9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www.youtube.com/@WOCSA-rx2mn" TargetMode="External"/><Relationship Id="rId12" Type="http://schemas.microsoft.com/office/2007/relationships/diagramDrawing" Target="../diagrams/drawing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hyperlink" Target="https://www.linkedin.com/company/wocsa/" TargetMode="External"/><Relationship Id="rId11" Type="http://schemas.openxmlformats.org/officeDocument/2006/relationships/diagramColors" Target="../diagrams/colors2.xml"/><Relationship Id="rId5" Type="http://schemas.openxmlformats.org/officeDocument/2006/relationships/hyperlink" Target="https://github.com/wocsa" TargetMode="External"/><Relationship Id="rId10" Type="http://schemas.openxmlformats.org/officeDocument/2006/relationships/diagramQuickStyle" Target="../diagrams/quickStyle2.xml"/><Relationship Id="rId4" Type="http://schemas.openxmlformats.org/officeDocument/2006/relationships/image" Target="../media/image10.png"/><Relationship Id="rId9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slideLayout" Target="../slideLayouts/slideLayout4.xml"/><Relationship Id="rId18" Type="http://schemas.openxmlformats.org/officeDocument/2006/relationships/image" Target="../media/image15.svg"/><Relationship Id="rId26" Type="http://schemas.openxmlformats.org/officeDocument/2006/relationships/image" Target="../media/image23.svg"/><Relationship Id="rId3" Type="http://schemas.openxmlformats.org/officeDocument/2006/relationships/tags" Target="../tags/tag23.xml"/><Relationship Id="rId21" Type="http://schemas.openxmlformats.org/officeDocument/2006/relationships/image" Target="../media/image18.png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tags" Target="../tags/tag22.xml"/><Relationship Id="rId16" Type="http://schemas.openxmlformats.org/officeDocument/2006/relationships/image" Target="../media/image13.png"/><Relationship Id="rId20" Type="http://schemas.openxmlformats.org/officeDocument/2006/relationships/image" Target="../media/image17.svg"/><Relationship Id="rId29" Type="http://schemas.openxmlformats.org/officeDocument/2006/relationships/image" Target="../media/image26.jp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image" Target="../media/image21.svg"/><Relationship Id="rId5" Type="http://schemas.openxmlformats.org/officeDocument/2006/relationships/tags" Target="../tags/tag25.xml"/><Relationship Id="rId15" Type="http://schemas.openxmlformats.org/officeDocument/2006/relationships/image" Target="../media/image12.sv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tags" Target="../tags/tag30.xml"/><Relationship Id="rId19" Type="http://schemas.openxmlformats.org/officeDocument/2006/relationships/image" Target="../media/image16.png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11.png"/><Relationship Id="rId22" Type="http://schemas.openxmlformats.org/officeDocument/2006/relationships/image" Target="../media/image19.svg"/><Relationship Id="rId2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83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90224F-FBFC-4A79-87B9-A536E6FE826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Evil Twin Attack</a:t>
            </a:r>
            <a:br>
              <a:rPr lang="fr-FR" dirty="0"/>
            </a:br>
            <a:r>
              <a:rPr lang="fr-FR" sz="1800" dirty="0">
                <a:solidFill>
                  <a:schemeClr val="tx1"/>
                </a:solidFill>
              </a:rPr>
              <a:t>Disclaimer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CED1B5-5CE4-4914-87B5-57BF7F3289F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13/03/2026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3E24BE1-E3D1-427B-8F42-6974F926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©2026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CA3A4695-7214-2763-F04F-538AAEB9B79E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74979-CAA1-8FA9-888B-E13C549BFF60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EBC75-33DB-A087-33E3-B81F01AEE038}"/>
              </a:ext>
            </a:extLst>
          </p:cNvPr>
          <p:cNvSpPr txBox="1"/>
          <p:nvPr/>
        </p:nvSpPr>
        <p:spPr>
          <a:xfrm>
            <a:off x="3046506" y="2074783"/>
            <a:ext cx="609898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1200"/>
              </a:spcAft>
            </a:pPr>
            <a:r>
              <a:rPr lang="fr-FR" sz="1800" b="1" i="0" u="none" strike="noStrike" dirty="0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Disclaimer</a:t>
            </a:r>
            <a:endParaRPr lang="fr-FR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0">
              <a:spcBef>
                <a:spcPts val="0"/>
              </a:spcBef>
              <a:spcAft>
                <a:spcPts val="1200"/>
              </a:spcAft>
            </a:pPr>
            <a:br>
              <a:rPr lang="fr-FR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following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demonstration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for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educational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purposes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only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fr-FR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0">
              <a:spcBef>
                <a:spcPts val="0"/>
              </a:spcBef>
              <a:spcAft>
                <a:spcPts val="1200"/>
              </a:spcAft>
            </a:pP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 not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promote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or encourage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illegal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activities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fr-FR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0">
              <a:spcBef>
                <a:spcPts val="0"/>
              </a:spcBef>
              <a:spcAft>
                <a:spcPts val="1200"/>
              </a:spcAft>
            </a:pPr>
            <a:r>
              <a:rPr lang="fr-FR" sz="11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Knowing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1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1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enemy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1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fr-FR" sz="11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half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-won battle</a:t>
            </a:r>
            <a:endParaRPr lang="fr-FR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0">
              <a:spcBef>
                <a:spcPts val="0"/>
              </a:spcBef>
              <a:spcAft>
                <a:spcPts val="1200"/>
              </a:spcAft>
            </a:pP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connaissance n'est réellement profitable que lorsqu'elle est partagée</a:t>
            </a:r>
            <a:b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fr-F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585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90224F-FBFC-4A79-87B9-A536E6FE826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Evil Twin Attack</a:t>
            </a:r>
            <a:br>
              <a:rPr lang="fr-FR" dirty="0"/>
            </a:br>
            <a:r>
              <a:rPr lang="fr-FR" sz="1800" dirty="0">
                <a:solidFill>
                  <a:schemeClr val="tx1"/>
                </a:solidFill>
              </a:rPr>
              <a:t>Agenda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CED1B5-5CE4-4914-87B5-57BF7F3289F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13/03/2026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3E24BE1-E3D1-427B-8F42-6974F926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©2026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CA3A4695-7214-2763-F04F-538AAEB9B79E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74979-CAA1-8FA9-888B-E13C549BFF60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7ED7B3F-8E03-663B-E4C6-B43FB043C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822" y="541420"/>
            <a:ext cx="3213936" cy="3213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25DAE2-67D4-0596-B0A0-57DDA28435AD}"/>
              </a:ext>
            </a:extLst>
          </p:cNvPr>
          <p:cNvSpPr txBox="1"/>
          <p:nvPr/>
        </p:nvSpPr>
        <p:spPr>
          <a:xfrm>
            <a:off x="999371" y="1834816"/>
            <a:ext cx="71253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is an 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Evil Twin Attack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Forcing </a:t>
            </a:r>
            <a:r>
              <a:rPr lang="fr-F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users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onto a phishing portal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to </a:t>
            </a:r>
            <a:r>
              <a:rPr lang="fr-F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own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Evil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Portal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to protect against it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733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333C0-51F1-41C5-BA4B-E5EC881B1A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08075" y="2569216"/>
            <a:ext cx="9975850" cy="1719567"/>
          </a:xfrm>
        </p:spPr>
        <p:txBody>
          <a:bodyPr anchor="ctr"/>
          <a:lstStyle/>
          <a:p>
            <a:pPr algn="ctr"/>
            <a:r>
              <a:rPr lang="en-US" dirty="0"/>
              <a:t>What is an </a:t>
            </a:r>
            <a:r>
              <a:rPr lang="fr-FR" dirty="0"/>
              <a:t>Evil Twin Attack</a:t>
            </a:r>
            <a:r>
              <a:rPr lang="en-US" dirty="0"/>
              <a:t>?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0519A1-8364-4F03-A806-CF3EFAB4072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8205294" y="206072"/>
            <a:ext cx="1879627" cy="2228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7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C7BB7-7E3D-4153-939B-1D452E2DD197}" type="datetime1">
              <a:rPr lang="fr-FR" smtClean="0"/>
              <a:pPr/>
              <a:t>13/03/2026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285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B6DF-7688-DCE1-48D2-D2F68F8F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8D1DF-D8FE-B5A2-D3C0-5CA897C6CA2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Evil Twin Attack</a:t>
            </a:r>
            <a:br>
              <a:rPr lang="fr-FR" dirty="0"/>
            </a:br>
            <a:r>
              <a:rPr lang="fr-FR" sz="1800" dirty="0" err="1">
                <a:solidFill>
                  <a:schemeClr val="tx1"/>
                </a:solidFill>
              </a:rPr>
              <a:t>What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is</a:t>
            </a:r>
            <a:r>
              <a:rPr lang="fr-FR" sz="1800" dirty="0">
                <a:solidFill>
                  <a:schemeClr val="tx1"/>
                </a:solidFill>
              </a:rPr>
              <a:t> an Evil Twin Attack?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F7EC96-4E66-C216-8894-68BC6059A11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13/03/2026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D396DDE-D9CC-35A8-42BF-D4785DBBB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©2026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83622E20-0326-3068-A23C-4CBDAC4A3A90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79188-9121-1422-EC25-260B4B71F3D9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75D10-5F36-C0D5-9B9E-C5A1E9BB05E6}"/>
              </a:ext>
            </a:extLst>
          </p:cNvPr>
          <p:cNvSpPr txBox="1"/>
          <p:nvPr/>
        </p:nvSpPr>
        <p:spPr>
          <a:xfrm>
            <a:off x="783774" y="1702121"/>
            <a:ext cx="61039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kind of Man-In-The-Middle (MITM) attack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to steal passwords and monitoring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A fake </a:t>
            </a:r>
            <a:r>
              <a:rPr lang="fr-FR" sz="2400" dirty="0" err="1"/>
              <a:t>wireless</a:t>
            </a:r>
            <a:r>
              <a:rPr lang="fr-FR" sz="2400" dirty="0"/>
              <a:t> </a:t>
            </a:r>
            <a:r>
              <a:rPr lang="fr-FR" sz="2400" dirty="0" err="1"/>
              <a:t>access</a:t>
            </a:r>
            <a:r>
              <a:rPr lang="fr-FR" sz="2400" dirty="0"/>
              <a:t> point </a:t>
            </a:r>
            <a:r>
              <a:rPr lang="fr-FR" sz="2400" dirty="0" err="1"/>
              <a:t>that</a:t>
            </a:r>
            <a:r>
              <a:rPr lang="fr-FR" sz="2400" dirty="0"/>
              <a:t> has a </a:t>
            </a:r>
            <a:r>
              <a:rPr lang="fr-FR" sz="2400" dirty="0" err="1"/>
              <a:t>similar</a:t>
            </a:r>
            <a:r>
              <a:rPr lang="fr-FR" sz="2400" dirty="0"/>
              <a:t> SSID to the </a:t>
            </a:r>
            <a:r>
              <a:rPr lang="fr-FR" sz="2400" dirty="0" err="1"/>
              <a:t>legitimate</a:t>
            </a:r>
            <a:r>
              <a:rPr lang="fr-FR" sz="2400" dirty="0"/>
              <a:t> </a:t>
            </a:r>
            <a:r>
              <a:rPr lang="fr-FR" sz="2400" dirty="0" err="1"/>
              <a:t>access</a:t>
            </a:r>
            <a:r>
              <a:rPr lang="fr-FR" sz="2400" dirty="0"/>
              <a:t> point.</a:t>
            </a:r>
            <a:endParaRPr lang="en-US" sz="2400" dirty="0"/>
          </a:p>
        </p:txBody>
      </p:sp>
      <p:pic>
        <p:nvPicPr>
          <p:cNvPr id="8" name="Image 7" descr="Une image contenant capture d’écran, cercle, texte, diagramme&#10;&#10;Le contenu généré par l’IA peut être incorrect.">
            <a:extLst>
              <a:ext uri="{FF2B5EF4-FFF2-40B4-BE49-F238E27FC236}">
                <a16:creationId xmlns:a16="http://schemas.microsoft.com/office/drawing/2014/main" id="{F997DCE6-904C-FE84-31A1-57BAC5E0D2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006" y="2090057"/>
            <a:ext cx="5700671" cy="410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5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333C0-51F1-41C5-BA4B-E5EC881B1A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08075" y="2569216"/>
            <a:ext cx="9975850" cy="1719567"/>
          </a:xfrm>
        </p:spPr>
        <p:txBody>
          <a:bodyPr/>
          <a:lstStyle/>
          <a:p>
            <a:pPr algn="ctr"/>
            <a:r>
              <a:rPr lang="fr-FR" dirty="0"/>
              <a:t>Forcing </a:t>
            </a:r>
            <a:r>
              <a:rPr lang="fr-FR" dirty="0" err="1"/>
              <a:t>users</a:t>
            </a:r>
            <a:r>
              <a:rPr lang="fr-FR" dirty="0"/>
              <a:t> onto a phishing portal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0519A1-8364-4F03-A806-CF3EFAB4072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8205294" y="206072"/>
            <a:ext cx="1879627" cy="2228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7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C7BB7-7E3D-4153-939B-1D452E2DD197}" type="datetime1">
              <a:rPr lang="fr-FR" smtClean="0"/>
              <a:pPr/>
              <a:t>13/03/2026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4355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B3801-E0B0-7DA4-E3DB-741983C72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B7E36-7CCF-F1D0-5CBF-D77EF82AAE9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Evil Twin Attack</a:t>
            </a:r>
            <a:br>
              <a:rPr lang="fr-FR" dirty="0"/>
            </a:br>
            <a:r>
              <a:rPr lang="fr-FR" sz="1800" dirty="0">
                <a:solidFill>
                  <a:schemeClr val="tx1"/>
                </a:solidFill>
              </a:rPr>
              <a:t>Forcing </a:t>
            </a:r>
            <a:r>
              <a:rPr lang="fr-FR" sz="1800" dirty="0" err="1">
                <a:solidFill>
                  <a:schemeClr val="tx1"/>
                </a:solidFill>
              </a:rPr>
              <a:t>users</a:t>
            </a:r>
            <a:r>
              <a:rPr lang="fr-FR" sz="1800" dirty="0">
                <a:solidFill>
                  <a:schemeClr val="tx1"/>
                </a:solidFill>
              </a:rPr>
              <a:t> onto a phishing portal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DF46D6-E901-990C-970A-ABB934EC992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13/03/2026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16621E1-140F-4A2B-21E2-02951D1A5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©2024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F8DEC38B-5795-1A49-BB67-7D93B1D1E23B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4B410C-5E31-7AF8-E414-C4B26FC758C5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F6BEBDAB-F76E-9A7E-EDAE-CF56DEA6BD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279465"/>
              </p:ext>
            </p:extLst>
          </p:nvPr>
        </p:nvGraphicFramePr>
        <p:xfrm>
          <a:off x="999371" y="1871023"/>
          <a:ext cx="4285673" cy="3656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8" name="Image 7" descr="Une image contenant texte, ligne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24A326AC-D41C-41E1-8F0E-B35E1E350D9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01"/>
          <a:stretch>
            <a:fillRect/>
          </a:stretch>
        </p:blipFill>
        <p:spPr>
          <a:xfrm>
            <a:off x="7327900" y="1054812"/>
            <a:ext cx="3381775" cy="487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34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333C0-51F1-41C5-BA4B-E5EC881B1A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08075" y="2772416"/>
            <a:ext cx="9975850" cy="1719567"/>
          </a:xfrm>
        </p:spPr>
        <p:txBody>
          <a:bodyPr/>
          <a:lstStyle/>
          <a:p>
            <a:pPr algn="ctr"/>
            <a:r>
              <a:rPr lang="fr-FR" dirty="0"/>
              <a:t>How to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Evil</a:t>
            </a:r>
            <a:r>
              <a:rPr lang="fr-FR" dirty="0"/>
              <a:t> Portal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0519A1-8364-4F03-A806-CF3EFAB4072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8205294" y="206072"/>
            <a:ext cx="1879627" cy="2228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7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C7BB7-7E3D-4153-939B-1D452E2DD197}" type="datetime1">
              <a:rPr lang="fr-FR" smtClean="0"/>
              <a:pPr/>
              <a:t>13/03/2026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1575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93EB-EDA4-6775-7EFB-60521719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diagramme, ligne, Plan&#10;&#10;Le contenu généré par l’IA peut être incorrect.">
            <a:extLst>
              <a:ext uri="{FF2B5EF4-FFF2-40B4-BE49-F238E27FC236}">
                <a16:creationId xmlns:a16="http://schemas.microsoft.com/office/drawing/2014/main" id="{4E441ACD-87CE-EA20-C6FA-376341DFD3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153" y="1442157"/>
            <a:ext cx="6870280" cy="483230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28D81A7-18D3-9080-94D3-92FB4962C67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Evil</a:t>
            </a:r>
            <a:r>
              <a:rPr lang="fr-FR" dirty="0"/>
              <a:t> </a:t>
            </a:r>
            <a:r>
              <a:rPr lang="fr-FR" dirty="0" err="1"/>
              <a:t>Twin</a:t>
            </a:r>
            <a:r>
              <a:rPr lang="fr-FR" dirty="0"/>
              <a:t> Attack</a:t>
            </a:r>
            <a:br>
              <a:rPr lang="fr-FR" dirty="0"/>
            </a:br>
            <a:r>
              <a:rPr lang="fr-FR" sz="1800" dirty="0">
                <a:solidFill>
                  <a:schemeClr val="tx1"/>
                </a:solidFill>
              </a:rPr>
              <a:t>How to </a:t>
            </a:r>
            <a:r>
              <a:rPr lang="fr-FR" sz="1800" dirty="0" err="1">
                <a:solidFill>
                  <a:schemeClr val="tx1"/>
                </a:solidFill>
              </a:rPr>
              <a:t>create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your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own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Evil</a:t>
            </a:r>
            <a:r>
              <a:rPr lang="fr-FR" sz="1800" dirty="0">
                <a:solidFill>
                  <a:schemeClr val="tx1"/>
                </a:solidFill>
              </a:rPr>
              <a:t> Portal?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4936A3-E17B-F01B-9358-F5B627B44FB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13/03/2026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C21A169-6342-F555-C6B4-5CC27EC19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©2026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0632A1D-F2F1-92B1-03AA-6FAB025FE34E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D6A21-7CA0-D428-4206-3CBE0993434F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6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7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EFE516F2-AAEC-DAF4-2321-8997A1D3DB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0843238"/>
              </p:ext>
            </p:extLst>
          </p:nvPr>
        </p:nvGraphicFramePr>
        <p:xfrm>
          <a:off x="5307821" y="2456537"/>
          <a:ext cx="6029435" cy="4264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261817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333C0-51F1-41C5-BA4B-E5EC881B1A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08075" y="2569216"/>
            <a:ext cx="9975850" cy="1719567"/>
          </a:xfrm>
        </p:spPr>
        <p:txBody>
          <a:bodyPr/>
          <a:lstStyle/>
          <a:p>
            <a:pPr algn="ctr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to protect against it?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0519A1-8364-4F03-A806-CF3EFAB4072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8205294" y="206072"/>
            <a:ext cx="1879627" cy="2228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7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C7BB7-7E3D-4153-939B-1D452E2DD197}" type="datetime1">
              <a:rPr lang="fr-FR" smtClean="0"/>
              <a:pPr/>
              <a:t>13/03/2026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725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D2FC2-65C3-54C0-A5C2-60ABC30C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6CCA6-53E8-D183-5ACA-75719969436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Wi-Fi Captive Portal</a:t>
            </a:r>
            <a:br>
              <a:rPr lang="fr-FR" dirty="0"/>
            </a:br>
            <a:r>
              <a:rPr lang="en-U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to protect a Captive Portal?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587990-70EB-24AD-0651-956BD7BE3EF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13/03/2026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E611DE5-1AF8-9262-335B-015D6539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©2024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5AF83E0E-E731-FDF0-5C84-110DA1CC7C9E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281A7-08FB-FFD2-AF95-609066EAB5FC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147C7C-CF10-5AD9-E723-44D7566959EC}"/>
              </a:ext>
            </a:extLst>
          </p:cNvPr>
          <p:cNvSpPr txBox="1"/>
          <p:nvPr/>
        </p:nvSpPr>
        <p:spPr>
          <a:xfrm>
            <a:off x="673964" y="1855795"/>
            <a:ext cx="60183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Block all incoming connections and allow HTTPS to your router before granted user permissions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Choose carefully which public Wi-Fi you want to connect and use a VPN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302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10A532-16E5-4B4E-BC99-1EEA5C1AD2A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13638" y="3001085"/>
            <a:ext cx="5497330" cy="1137221"/>
          </a:xfrm>
        </p:spPr>
        <p:txBody>
          <a:bodyPr/>
          <a:lstStyle/>
          <a:p>
            <a:r>
              <a:rPr lang="fr-FR" sz="2400" dirty="0" err="1"/>
              <a:t>Join</a:t>
            </a:r>
            <a:r>
              <a:rPr lang="fr-FR" sz="2400" dirty="0"/>
              <a:t> us to change the digital world:</a:t>
            </a:r>
            <a:br>
              <a:rPr lang="fr-FR" sz="2400" dirty="0"/>
            </a:br>
            <a:r>
              <a:rPr lang="fr-FR" sz="2400" dirty="0"/>
              <a:t>https://www.helloasso.com/associations/wocsa/adhesions/bulletin-d-adhesion-2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 err="1"/>
              <a:t>Please</a:t>
            </a:r>
            <a:r>
              <a:rPr lang="fr-FR" sz="2400" dirty="0"/>
              <a:t> </a:t>
            </a:r>
            <a:r>
              <a:rPr lang="fr-FR" sz="2400" dirty="0" err="1"/>
              <a:t>provide</a:t>
            </a:r>
            <a:r>
              <a:rPr lang="fr-FR" sz="2400" dirty="0"/>
              <a:t> </a:t>
            </a:r>
            <a:r>
              <a:rPr lang="fr-FR" sz="2400" dirty="0" err="1"/>
              <a:t>your</a:t>
            </a:r>
            <a:r>
              <a:rPr lang="fr-FR" sz="2400" dirty="0"/>
              <a:t> feedback for </a:t>
            </a:r>
            <a:r>
              <a:rPr lang="fr-FR" sz="2400" dirty="0" err="1"/>
              <a:t>our</a:t>
            </a:r>
            <a:r>
              <a:rPr lang="fr-FR" sz="2400" dirty="0"/>
              <a:t> </a:t>
            </a:r>
            <a:r>
              <a:rPr lang="fr-FR" sz="2400" dirty="0" err="1"/>
              <a:t>quality</a:t>
            </a:r>
            <a:r>
              <a:rPr lang="fr-FR" sz="2400" dirty="0"/>
              <a:t> check process:</a:t>
            </a:r>
            <a:br>
              <a:rPr lang="fr-FR" sz="2400" dirty="0"/>
            </a:br>
            <a:r>
              <a:rPr lang="fr-FR" sz="2400" dirty="0"/>
              <a:t>https://www.wocsa.org/qcheck.php</a:t>
            </a:r>
            <a:br>
              <a:rPr lang="fr-FR" sz="2400" dirty="0"/>
            </a:br>
            <a:endParaRPr lang="fr-FR" sz="2400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5516FE4-3ABF-482F-86C3-B72D4DA0D72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640E0ADD-A9A9-4C35-AA14-697BDA96A3D9}" type="datetime1">
              <a:rPr lang="fr-FR" smtClean="0"/>
              <a:t>13/03/2026</a:t>
            </a:fld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90529603-C3F1-4423-BBEF-23211CA3AF41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6737" y="1503118"/>
            <a:ext cx="9731541" cy="9386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fr-FR" dirty="0" err="1">
                <a:latin typeface="Roboto Medium" panose="02000000000000000000" pitchFamily="2" charset="0"/>
                <a:ea typeface="Roboto Medium" panose="02000000000000000000" pitchFamily="2" charset="0"/>
                <a:cs typeface="Roboto bold" panose="02000000000000000000" pitchFamily="2" charset="0"/>
              </a:rPr>
              <a:t>Join</a:t>
            </a:r>
            <a:r>
              <a:rPr lang="fr-FR" dirty="0">
                <a:latin typeface="Roboto Medium" panose="02000000000000000000" pitchFamily="2" charset="0"/>
                <a:ea typeface="Roboto Medium" panose="02000000000000000000" pitchFamily="2" charset="0"/>
                <a:cs typeface="Roboto bold" panose="02000000000000000000" pitchFamily="2" charset="0"/>
              </a:rPr>
              <a:t> Us! 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36FE7F63-0EFA-4E9A-8041-E8E1EA617417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205294" y="206072"/>
            <a:ext cx="1879627" cy="2228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7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B4B912F-07BF-4E65-BBDA-605572CFC8A3}" type="datetime1">
              <a:rPr lang="fr-FR" smtClean="0"/>
              <a:pPr/>
              <a:t>13/03/2026</a:t>
            </a:fld>
            <a:endParaRPr lang="fr-FR" dirty="0"/>
          </a:p>
        </p:txBody>
      </p:sp>
      <p:pic>
        <p:nvPicPr>
          <p:cNvPr id="8" name="Graphique 8">
            <a:extLst>
              <a:ext uri="{FF2B5EF4-FFF2-40B4-BE49-F238E27FC236}">
                <a16:creationId xmlns:a16="http://schemas.microsoft.com/office/drawing/2014/main" id="{A92CCD59-7ABB-4FC6-B0C2-4FAC6D615D3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99957" y="2985760"/>
            <a:ext cx="491631" cy="491631"/>
          </a:xfrm>
          <a:prstGeom prst="rect">
            <a:avLst/>
          </a:prstGeom>
        </p:spPr>
      </p:pic>
      <p:pic>
        <p:nvPicPr>
          <p:cNvPr id="12" name="Graphique 8">
            <a:extLst>
              <a:ext uri="{FF2B5EF4-FFF2-40B4-BE49-F238E27FC236}">
                <a16:creationId xmlns:a16="http://schemas.microsoft.com/office/drawing/2014/main" id="{30E89045-FF1F-4B1E-8690-90F1326EE61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99957" y="4595953"/>
            <a:ext cx="491631" cy="491631"/>
          </a:xfrm>
          <a:prstGeom prst="rect">
            <a:avLst/>
          </a:prstGeom>
        </p:spPr>
      </p:pic>
      <p:pic>
        <p:nvPicPr>
          <p:cNvPr id="11" name="Picture 10" descr="A qr code on a black background&#10;&#10;Description automatically generated">
            <a:extLst>
              <a:ext uri="{FF2B5EF4-FFF2-40B4-BE49-F238E27FC236}">
                <a16:creationId xmlns:a16="http://schemas.microsoft.com/office/drawing/2014/main" id="{0DAE081E-99C2-48AA-8521-E3E4F32A019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39" y="2253835"/>
            <a:ext cx="4038600" cy="4038600"/>
          </a:xfrm>
          <a:prstGeom prst="rect">
            <a:avLst/>
          </a:prstGeom>
        </p:spPr>
      </p:pic>
      <p:pic>
        <p:nvPicPr>
          <p:cNvPr id="13" name="Graphique 9">
            <a:extLst>
              <a:ext uri="{FF2B5EF4-FFF2-40B4-BE49-F238E27FC236}">
                <a16:creationId xmlns:a16="http://schemas.microsoft.com/office/drawing/2014/main" id="{FB93F10E-7E3B-B65B-3CDD-6AFEDDC4182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30924" y="775394"/>
            <a:ext cx="331811" cy="331811"/>
          </a:xfrm>
          <a:prstGeom prst="rect">
            <a:avLst/>
          </a:prstGeom>
        </p:spPr>
      </p:pic>
      <p:pic>
        <p:nvPicPr>
          <p:cNvPr id="14" name="Graphique 10">
            <a:extLst>
              <a:ext uri="{FF2B5EF4-FFF2-40B4-BE49-F238E27FC236}">
                <a16:creationId xmlns:a16="http://schemas.microsoft.com/office/drawing/2014/main" id="{31893160-3F0A-962E-CD01-45AD9B6D44E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30924" y="1265949"/>
            <a:ext cx="346302" cy="3463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E035EF1-F301-7CEE-4393-3242511B4AA7}"/>
              </a:ext>
            </a:extLst>
          </p:cNvPr>
          <p:cNvSpPr txBox="1"/>
          <p:nvPr/>
        </p:nvSpPr>
        <p:spPr>
          <a:xfrm>
            <a:off x="5516154" y="1191870"/>
            <a:ext cx="2769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contact@wocsa.org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76A1FA-6874-6EA2-0BBE-7B5266B23511}"/>
              </a:ext>
            </a:extLst>
          </p:cNvPr>
          <p:cNvSpPr txBox="1"/>
          <p:nvPr/>
        </p:nvSpPr>
        <p:spPr>
          <a:xfrm>
            <a:off x="5501663" y="685894"/>
            <a:ext cx="2769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www.wocsa.org</a:t>
            </a:r>
          </a:p>
        </p:txBody>
      </p:sp>
      <p:pic>
        <p:nvPicPr>
          <p:cNvPr id="28" name="Graphique 5">
            <a:extLst>
              <a:ext uri="{FF2B5EF4-FFF2-40B4-BE49-F238E27FC236}">
                <a16:creationId xmlns:a16="http://schemas.microsoft.com/office/drawing/2014/main" id="{B8FE8B2C-1639-F87E-9197-B43EFC2FA31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1849" y="717295"/>
            <a:ext cx="333258" cy="333258"/>
          </a:xfrm>
          <a:prstGeom prst="rect">
            <a:avLst/>
          </a:prstGeom>
        </p:spPr>
      </p:pic>
      <p:sp>
        <p:nvSpPr>
          <p:cNvPr id="29" name="Titre 1">
            <a:extLst>
              <a:ext uri="{FF2B5EF4-FFF2-40B4-BE49-F238E27FC236}">
                <a16:creationId xmlns:a16="http://schemas.microsoft.com/office/drawing/2014/main" id="{75C7033C-A0B6-C315-4E49-4937EEE0C32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8918486" y="608979"/>
            <a:ext cx="3393003" cy="1487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2400" dirty="0">
                <a:latin typeface="Roboto" panose="02000000000000000000" pitchFamily="2" charset="0"/>
                <a:ea typeface="Roboto" panose="02000000000000000000" pitchFamily="2" charset="0"/>
              </a:rPr>
              <a:t>@</a:t>
            </a:r>
            <a:r>
              <a:rPr lang="fr-FR" sz="2400" dirty="0" err="1">
                <a:latin typeface="Roboto" panose="02000000000000000000" pitchFamily="2" charset="0"/>
                <a:ea typeface="Roboto" panose="02000000000000000000" pitchFamily="2" charset="0"/>
              </a:rPr>
              <a:t>wocsa</a:t>
            </a:r>
            <a:endParaRPr lang="fr-FR" sz="2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latin typeface="Roboto" panose="02000000000000000000" pitchFamily="2" charset="0"/>
                <a:ea typeface="Roboto" panose="02000000000000000000" pitchFamily="2" charset="0"/>
              </a:rPr>
              <a:t>@</a:t>
            </a:r>
            <a:r>
              <a:rPr lang="fr-FR" sz="2400" dirty="0" err="1">
                <a:latin typeface="Roboto" panose="02000000000000000000" pitchFamily="2" charset="0"/>
                <a:ea typeface="Roboto" panose="02000000000000000000" pitchFamily="2" charset="0"/>
              </a:rPr>
              <a:t>wocsa_asso</a:t>
            </a:r>
            <a:endParaRPr lang="fr-FR" sz="2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latin typeface="Roboto" panose="02000000000000000000" pitchFamily="2" charset="0"/>
                <a:ea typeface="Roboto" panose="02000000000000000000" pitchFamily="2" charset="0"/>
              </a:rPr>
              <a:t>@wocsa</a:t>
            </a:r>
          </a:p>
        </p:txBody>
      </p:sp>
      <p:pic>
        <p:nvPicPr>
          <p:cNvPr id="30" name="Graphique 7">
            <a:extLst>
              <a:ext uri="{FF2B5EF4-FFF2-40B4-BE49-F238E27FC236}">
                <a16:creationId xmlns:a16="http://schemas.microsoft.com/office/drawing/2014/main" id="{481657B4-D493-49BA-3202-917CB711EF16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23069" y="1275120"/>
            <a:ext cx="350817" cy="350817"/>
          </a:xfrm>
          <a:prstGeom prst="rect">
            <a:avLst/>
          </a:prstGeom>
        </p:spPr>
      </p:pic>
      <p:pic>
        <p:nvPicPr>
          <p:cNvPr id="31" name="Graphique 8">
            <a:extLst>
              <a:ext uri="{FF2B5EF4-FFF2-40B4-BE49-F238E27FC236}">
                <a16:creationId xmlns:a16="http://schemas.microsoft.com/office/drawing/2014/main" id="{B2E24099-995C-E91B-5A0A-5B49B6A157A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534944" y="1846056"/>
            <a:ext cx="327066" cy="327066"/>
          </a:xfrm>
          <a:prstGeom prst="rect">
            <a:avLst/>
          </a:prstGeom>
        </p:spPr>
      </p:pic>
      <p:pic>
        <p:nvPicPr>
          <p:cNvPr id="4" name="Picture 3" descr="A logo of a company&#10;&#10;Description automatically generated">
            <a:extLst>
              <a:ext uri="{FF2B5EF4-FFF2-40B4-BE49-F238E27FC236}">
                <a16:creationId xmlns:a16="http://schemas.microsoft.com/office/drawing/2014/main" id="{1EAFCF73-4310-2D39-BDF0-7FE42D61623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39" y="610524"/>
            <a:ext cx="3448160" cy="1158582"/>
          </a:xfrm>
          <a:prstGeom prst="rect">
            <a:avLst/>
          </a:prstGeom>
        </p:spPr>
      </p:pic>
      <p:pic>
        <p:nvPicPr>
          <p:cNvPr id="15" name="Picture 14" descr="A blue face with black eyes&#10;&#10;Description automatically generated">
            <a:extLst>
              <a:ext uri="{FF2B5EF4-FFF2-40B4-BE49-F238E27FC236}">
                <a16:creationId xmlns:a16="http://schemas.microsoft.com/office/drawing/2014/main" id="{96A385F6-3002-7A4A-5E98-E9206608D443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6" r="11456"/>
          <a:stretch/>
        </p:blipFill>
        <p:spPr>
          <a:xfrm>
            <a:off x="5130924" y="2279706"/>
            <a:ext cx="381778" cy="27857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Picture 16" descr="A red play button with a white arrow&#10;&#10;Description automatically generated">
            <a:extLst>
              <a:ext uri="{FF2B5EF4-FFF2-40B4-BE49-F238E27FC236}">
                <a16:creationId xmlns:a16="http://schemas.microsoft.com/office/drawing/2014/main" id="{1B52A4D3-3D42-C179-4D4F-BD92E1C985FD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8" t="16733" r="9043" b="15514"/>
          <a:stretch/>
        </p:blipFill>
        <p:spPr>
          <a:xfrm>
            <a:off x="5115124" y="1760024"/>
            <a:ext cx="409715" cy="34630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043A812-72B8-2867-BD4F-75BA0539749A}"/>
              </a:ext>
            </a:extLst>
          </p:cNvPr>
          <p:cNvSpPr txBox="1"/>
          <p:nvPr/>
        </p:nvSpPr>
        <p:spPr>
          <a:xfrm>
            <a:off x="5555082" y="1659871"/>
            <a:ext cx="2769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@WOCSA-rx2mn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AB9A73-F2CE-3182-6583-2AA39A1D0516}"/>
              </a:ext>
            </a:extLst>
          </p:cNvPr>
          <p:cNvSpPr txBox="1"/>
          <p:nvPr/>
        </p:nvSpPr>
        <p:spPr>
          <a:xfrm>
            <a:off x="5510950" y="2151501"/>
            <a:ext cx="7909132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https://discord.gg/pDunje3tpb</a:t>
            </a:r>
          </a:p>
        </p:txBody>
      </p:sp>
    </p:spTree>
    <p:extLst>
      <p:ext uri="{BB962C8B-B14F-4D97-AF65-F5344CB8AC3E}">
        <p14:creationId xmlns:p14="http://schemas.microsoft.com/office/powerpoint/2010/main" val="35047147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83B289E93FE41A1B8166FF7D12ECC" ma:contentTypeVersion="9" ma:contentTypeDescription="Crée un document." ma:contentTypeScope="" ma:versionID="c547c9c39c6093f67a510713a89a6335">
  <xsd:schema xmlns:xsd="http://www.w3.org/2001/XMLSchema" xmlns:xs="http://www.w3.org/2001/XMLSchema" xmlns:p="http://schemas.microsoft.com/office/2006/metadata/properties" xmlns:ns3="33ac0811-7520-43a1-823a-204420cd1fc0" xmlns:ns4="eedebbeb-a557-4c55-88ff-7ac031945e1b" targetNamespace="http://schemas.microsoft.com/office/2006/metadata/properties" ma:root="true" ma:fieldsID="19d16903058d0da8411346189beb49cc" ns3:_="" ns4:_="">
    <xsd:import namespace="33ac0811-7520-43a1-823a-204420cd1fc0"/>
    <xsd:import namespace="eedebbeb-a557-4c55-88ff-7ac031945e1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ac0811-7520-43a1-823a-204420cd1f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debbeb-a557-4c55-88ff-7ac031945e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B60F5C-FFF3-4526-8BD0-846947BE9D4D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eedebbeb-a557-4c55-88ff-7ac031945e1b"/>
    <ds:schemaRef ds:uri="http://purl.org/dc/terms/"/>
    <ds:schemaRef ds:uri="http://schemas.openxmlformats.org/package/2006/metadata/core-properties"/>
    <ds:schemaRef ds:uri="33ac0811-7520-43a1-823a-204420cd1fc0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7B93806-F383-4CC3-81DD-E6567C7E07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ac0811-7520-43a1-823a-204420cd1fc0"/>
    <ds:schemaRef ds:uri="eedebbeb-a557-4c55-88ff-7ac031945e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523B52-E662-483B-B904-8185D26C54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2478</TotalTime>
  <Words>533</Words>
  <Application>Microsoft Macintosh PowerPoint</Application>
  <PresentationFormat>Grand écran</PresentationFormat>
  <Paragraphs>74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Calibri</vt:lpstr>
      <vt:lpstr>Roboto</vt:lpstr>
      <vt:lpstr>Roboto Medium</vt:lpstr>
      <vt:lpstr>Roboto Medium</vt:lpstr>
      <vt:lpstr>Thème Office</vt:lpstr>
      <vt:lpstr>Présentation PowerPoint</vt:lpstr>
      <vt:lpstr>Evil Twin Attack Disclaimer</vt:lpstr>
      <vt:lpstr>Evil Twin Attack Agenda</vt:lpstr>
      <vt:lpstr>What is an Evil Twin Attack?</vt:lpstr>
      <vt:lpstr>Evil Twin Attack What is an Evil Twin Attack?</vt:lpstr>
      <vt:lpstr>Forcing users onto a phishing portal</vt:lpstr>
      <vt:lpstr>Evil Twin Attack Forcing users onto a phishing portal</vt:lpstr>
      <vt:lpstr>How to create your own Evil Portal</vt:lpstr>
      <vt:lpstr>Evil Twin Attack How to create your own Evil Portal?</vt:lpstr>
      <vt:lpstr>How to protect against it?</vt:lpstr>
      <vt:lpstr>Wi-Fi Captive Portal How to protect a Captive Portal?</vt:lpstr>
      <vt:lpstr>Join us to change the digital world: https://www.helloasso.com/associations/wocsa/adhesions/bulletin-d-adhesion-2  Please provide your feedback for our quality check process: https://www.wocsa.org/qcheck.php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Loic ESPINASSE</dc:creator>
  <cp:lastModifiedBy>morain mickael</cp:lastModifiedBy>
  <cp:revision>198</cp:revision>
  <dcterms:created xsi:type="dcterms:W3CDTF">2019-11-06T13:34:17Z</dcterms:created>
  <dcterms:modified xsi:type="dcterms:W3CDTF">2026-03-13T10:05:29Z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0x010100D9283B289E93FE41A1B8166FF7D12ECC</vt:lpwstr>
  </property>
  <property fmtid="{D5CDD505-2E9C-101B-9397-08002B2CF9AE}" pid="3" name="MSIP_Label_7bd1f144-26ac-4410-8fdb-05c7de218e82_Enabled">
    <vt:lpwstr>true</vt:lpwstr>
  </property>
  <property fmtid="{D5CDD505-2E9C-101B-9397-08002B2CF9AE}" pid="4" name="MSIP_Label_7bd1f144-26ac-4410-8fdb-05c7de218e82_SetDate">
    <vt:lpwstr>2022-11-20T15:10:49Z</vt:lpwstr>
  </property>
  <property fmtid="{D5CDD505-2E9C-101B-9397-08002B2CF9AE}" pid="5" name="MSIP_Label_7bd1f144-26ac-4410-8fdb-05c7de218e82_Method">
    <vt:lpwstr>Standard</vt:lpwstr>
  </property>
  <property fmtid="{D5CDD505-2E9C-101B-9397-08002B2CF9AE}" pid="6" name="MSIP_Label_7bd1f144-26ac-4410-8fdb-05c7de218e82_Name">
    <vt:lpwstr>FR Usage restreint</vt:lpwstr>
  </property>
  <property fmtid="{D5CDD505-2E9C-101B-9397-08002B2CF9AE}" pid="7" name="MSIP_Label_7bd1f144-26ac-4410-8fdb-05c7de218e82_SiteId">
    <vt:lpwstr>8b87af7d-8647-4dc7-8df4-5f69a2011bb5</vt:lpwstr>
  </property>
  <property fmtid="{D5CDD505-2E9C-101B-9397-08002B2CF9AE}" pid="8" name="MSIP_Label_7bd1f144-26ac-4410-8fdb-05c7de218e82_ActionId">
    <vt:lpwstr>dac00204-acaf-4c3e-a4cc-fc4302880d8e</vt:lpwstr>
  </property>
  <property fmtid="{D5CDD505-2E9C-101B-9397-08002B2CF9AE}" pid="9" name="MSIP_Label_7bd1f144-26ac-4410-8fdb-05c7de218e82_ContentBits">
    <vt:lpwstr>3</vt:lpwstr>
  </property>
</Properties>
</file>